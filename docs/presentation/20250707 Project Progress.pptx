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8" r:id="rId2"/>
    <p:sldId id="270" r:id="rId3"/>
    <p:sldId id="269" r:id="rId4"/>
    <p:sldId id="263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FF9F93-7666-4FCD-A54F-94E0921A6F3E}" v="140" dt="2025-06-13T02:49:55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83526" autoAdjust="0"/>
  </p:normalViewPr>
  <p:slideViewPr>
    <p:cSldViewPr snapToGrid="0">
      <p:cViewPr varScale="1">
        <p:scale>
          <a:sx n="92" d="100"/>
          <a:sy n="92" d="100"/>
        </p:scale>
        <p:origin x="130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Chan" userId="7edadabc267f9882" providerId="LiveId" clId="{30FF9F93-7666-4FCD-A54F-94E0921A6F3E}"/>
    <pc:docChg chg="undo redo custSel addSld delSld modSld">
      <pc:chgData name="Anthony Chan" userId="7edadabc267f9882" providerId="LiveId" clId="{30FF9F93-7666-4FCD-A54F-94E0921A6F3E}" dt="2025-06-13T10:47:03.821" v="4099" actId="20577"/>
      <pc:docMkLst>
        <pc:docMk/>
      </pc:docMkLst>
      <pc:sldChg chg="del">
        <pc:chgData name="Anthony Chan" userId="7edadabc267f9882" providerId="LiveId" clId="{30FF9F93-7666-4FCD-A54F-94E0921A6F3E}" dt="2025-06-13T00:14:10.473" v="482" actId="2696"/>
        <pc:sldMkLst>
          <pc:docMk/>
          <pc:sldMk cId="2322364326" sldId="259"/>
        </pc:sldMkLst>
      </pc:sldChg>
      <pc:sldChg chg="del">
        <pc:chgData name="Anthony Chan" userId="7edadabc267f9882" providerId="LiveId" clId="{30FF9F93-7666-4FCD-A54F-94E0921A6F3E}" dt="2025-06-13T00:14:11.642" v="483" actId="47"/>
        <pc:sldMkLst>
          <pc:docMk/>
          <pc:sldMk cId="2212001403" sldId="261"/>
        </pc:sldMkLst>
      </pc:sldChg>
      <pc:sldChg chg="addSp delSp modSp mod modTransition">
        <pc:chgData name="Anthony Chan" userId="7edadabc267f9882" providerId="LiveId" clId="{30FF9F93-7666-4FCD-A54F-94E0921A6F3E}" dt="2025-06-13T10:47:03.821" v="4099" actId="20577"/>
        <pc:sldMkLst>
          <pc:docMk/>
          <pc:sldMk cId="2154827032" sldId="262"/>
        </pc:sldMkLst>
        <pc:spChg chg="add mod">
          <ac:chgData name="Anthony Chan" userId="7edadabc267f9882" providerId="LiveId" clId="{30FF9F93-7666-4FCD-A54F-94E0921A6F3E}" dt="2025-06-13T02:21:30.719" v="3016" actId="20577"/>
          <ac:spMkLst>
            <pc:docMk/>
            <pc:sldMk cId="2154827032" sldId="262"/>
            <ac:spMk id="2" creationId="{9E40DB6E-8288-34D0-6E33-87055CA1D16A}"/>
          </ac:spMkLst>
        </pc:spChg>
        <pc:spChg chg="add mod">
          <ac:chgData name="Anthony Chan" userId="7edadabc267f9882" providerId="LiveId" clId="{30FF9F93-7666-4FCD-A54F-94E0921A6F3E}" dt="2025-06-13T10:45:27.058" v="4074" actId="1037"/>
          <ac:spMkLst>
            <pc:docMk/>
            <pc:sldMk cId="2154827032" sldId="262"/>
            <ac:spMk id="5" creationId="{5A9DC96D-00ED-5696-6F9C-3259D5678FEB}"/>
          </ac:spMkLst>
        </pc:spChg>
        <pc:spChg chg="del">
          <ac:chgData name="Anthony Chan" userId="7edadabc267f9882" providerId="LiveId" clId="{30FF9F93-7666-4FCD-A54F-94E0921A6F3E}" dt="2025-06-13T00:27:40.109" v="485" actId="478"/>
          <ac:spMkLst>
            <pc:docMk/>
            <pc:sldMk cId="2154827032" sldId="262"/>
            <ac:spMk id="10" creationId="{7BED0B3D-922B-D6BE-2D62-55DB65416C5C}"/>
          </ac:spMkLst>
        </pc:spChg>
        <pc:spChg chg="del">
          <ac:chgData name="Anthony Chan" userId="7edadabc267f9882" providerId="LiveId" clId="{30FF9F93-7666-4FCD-A54F-94E0921A6F3E}" dt="2025-06-13T00:27:40.109" v="485" actId="478"/>
          <ac:spMkLst>
            <pc:docMk/>
            <pc:sldMk cId="2154827032" sldId="262"/>
            <ac:spMk id="11" creationId="{BB2E026B-D1FD-0F3F-FFB3-82F96B4D1C66}"/>
          </ac:spMkLst>
        </pc:spChg>
        <pc:spChg chg="del">
          <ac:chgData name="Anthony Chan" userId="7edadabc267f9882" providerId="LiveId" clId="{30FF9F93-7666-4FCD-A54F-94E0921A6F3E}" dt="2025-06-13T00:27:40.109" v="485" actId="478"/>
          <ac:spMkLst>
            <pc:docMk/>
            <pc:sldMk cId="2154827032" sldId="262"/>
            <ac:spMk id="16" creationId="{ED7C98DC-E24B-0D7D-6982-5595B0B06327}"/>
          </ac:spMkLst>
        </pc:spChg>
        <pc:spChg chg="del">
          <ac:chgData name="Anthony Chan" userId="7edadabc267f9882" providerId="LiveId" clId="{30FF9F93-7666-4FCD-A54F-94E0921A6F3E}" dt="2025-06-13T00:27:40.109" v="485" actId="478"/>
          <ac:spMkLst>
            <pc:docMk/>
            <pc:sldMk cId="2154827032" sldId="262"/>
            <ac:spMk id="17" creationId="{49C57E01-5B9D-10AB-19E4-93568725A9B4}"/>
          </ac:spMkLst>
        </pc:spChg>
        <pc:spChg chg="del">
          <ac:chgData name="Anthony Chan" userId="7edadabc267f9882" providerId="LiveId" clId="{30FF9F93-7666-4FCD-A54F-94E0921A6F3E}" dt="2025-06-13T00:27:40.109" v="485" actId="478"/>
          <ac:spMkLst>
            <pc:docMk/>
            <pc:sldMk cId="2154827032" sldId="262"/>
            <ac:spMk id="22" creationId="{2E1007C6-A263-EB5E-4234-0E4F8C2340B5}"/>
          </ac:spMkLst>
        </pc:spChg>
        <pc:spChg chg="del">
          <ac:chgData name="Anthony Chan" userId="7edadabc267f9882" providerId="LiveId" clId="{30FF9F93-7666-4FCD-A54F-94E0921A6F3E}" dt="2025-06-13T00:27:40.109" v="485" actId="478"/>
          <ac:spMkLst>
            <pc:docMk/>
            <pc:sldMk cId="2154827032" sldId="262"/>
            <ac:spMk id="23" creationId="{EED09C40-793E-2980-0A42-9A314AE7CF4A}"/>
          </ac:spMkLst>
        </pc:spChg>
        <pc:spChg chg="del">
          <ac:chgData name="Anthony Chan" userId="7edadabc267f9882" providerId="LiveId" clId="{30FF9F93-7666-4FCD-A54F-94E0921A6F3E}" dt="2025-06-13T00:27:40.109" v="485" actId="478"/>
          <ac:spMkLst>
            <pc:docMk/>
            <pc:sldMk cId="2154827032" sldId="262"/>
            <ac:spMk id="24" creationId="{DDFDE1F3-3EAB-83D8-1F6C-3FDE01F7AC80}"/>
          </ac:spMkLst>
        </pc:spChg>
        <pc:spChg chg="del">
          <ac:chgData name="Anthony Chan" userId="7edadabc267f9882" providerId="LiveId" clId="{30FF9F93-7666-4FCD-A54F-94E0921A6F3E}" dt="2025-06-13T00:27:40.109" v="485" actId="478"/>
          <ac:spMkLst>
            <pc:docMk/>
            <pc:sldMk cId="2154827032" sldId="262"/>
            <ac:spMk id="26" creationId="{2F4906D1-D834-762C-0C62-7B1BE0E91F2F}"/>
          </ac:spMkLst>
        </pc:spChg>
        <pc:spChg chg="mod">
          <ac:chgData name="Anthony Chan" userId="7edadabc267f9882" providerId="LiveId" clId="{30FF9F93-7666-4FCD-A54F-94E0921A6F3E}" dt="2025-06-13T01:02:40.118" v="1471" actId="1076"/>
          <ac:spMkLst>
            <pc:docMk/>
            <pc:sldMk cId="2154827032" sldId="262"/>
            <ac:spMk id="27" creationId="{18A09037-2FC8-44FA-B705-B62117CE98E3}"/>
          </ac:spMkLst>
        </pc:spChg>
        <pc:spChg chg="add mod">
          <ac:chgData name="Anthony Chan" userId="7edadabc267f9882" providerId="LiveId" clId="{30FF9F93-7666-4FCD-A54F-94E0921A6F3E}" dt="2025-06-13T10:46:58.241" v="4090" actId="20577"/>
          <ac:spMkLst>
            <pc:docMk/>
            <pc:sldMk cId="2154827032" sldId="262"/>
            <ac:spMk id="30" creationId="{7A6E79FB-6871-A375-2CF0-596621290281}"/>
          </ac:spMkLst>
        </pc:spChg>
        <pc:spChg chg="add mod">
          <ac:chgData name="Anthony Chan" userId="7edadabc267f9882" providerId="LiveId" clId="{30FF9F93-7666-4FCD-A54F-94E0921A6F3E}" dt="2025-06-13T10:47:03.821" v="4099" actId="20577"/>
          <ac:spMkLst>
            <pc:docMk/>
            <pc:sldMk cId="2154827032" sldId="262"/>
            <ac:spMk id="45" creationId="{E1B12BB2-963C-6E16-E9ED-C6066F427BBB}"/>
          </ac:spMkLst>
        </pc:spChg>
        <pc:spChg chg="add del mod">
          <ac:chgData name="Anthony Chan" userId="7edadabc267f9882" providerId="LiveId" clId="{30FF9F93-7666-4FCD-A54F-94E0921A6F3E}" dt="2025-06-13T00:54:35.231" v="1344" actId="478"/>
          <ac:spMkLst>
            <pc:docMk/>
            <pc:sldMk cId="2154827032" sldId="262"/>
            <ac:spMk id="57" creationId="{EFAC3E1F-80B8-0010-9EA0-D1BC5ABEF467}"/>
          </ac:spMkLst>
        </pc:spChg>
        <pc:spChg chg="add del mod">
          <ac:chgData name="Anthony Chan" userId="7edadabc267f9882" providerId="LiveId" clId="{30FF9F93-7666-4FCD-A54F-94E0921A6F3E}" dt="2025-06-13T00:54:35.231" v="1344" actId="478"/>
          <ac:spMkLst>
            <pc:docMk/>
            <pc:sldMk cId="2154827032" sldId="262"/>
            <ac:spMk id="60" creationId="{3E6F021A-4ABB-2CF8-064C-022DD8FD4AEB}"/>
          </ac:spMkLst>
        </pc:spChg>
        <pc:spChg chg="add del mod">
          <ac:chgData name="Anthony Chan" userId="7edadabc267f9882" providerId="LiveId" clId="{30FF9F93-7666-4FCD-A54F-94E0921A6F3E}" dt="2025-06-13T00:54:36.684" v="1345" actId="478"/>
          <ac:spMkLst>
            <pc:docMk/>
            <pc:sldMk cId="2154827032" sldId="262"/>
            <ac:spMk id="61" creationId="{1D44C7F3-36C2-D868-C9B0-56E77F808509}"/>
          </ac:spMkLst>
        </pc:spChg>
        <pc:spChg chg="add del mod">
          <ac:chgData name="Anthony Chan" userId="7edadabc267f9882" providerId="LiveId" clId="{30FF9F93-7666-4FCD-A54F-94E0921A6F3E}" dt="2025-06-13T00:54:36.684" v="1345" actId="478"/>
          <ac:spMkLst>
            <pc:docMk/>
            <pc:sldMk cId="2154827032" sldId="262"/>
            <ac:spMk id="67" creationId="{6D305D4F-A10B-DD3F-E85F-A24A1CFF7BF7}"/>
          </ac:spMkLst>
        </pc:spChg>
        <pc:grpChg chg="del">
          <ac:chgData name="Anthony Chan" userId="7edadabc267f9882" providerId="LiveId" clId="{30FF9F93-7666-4FCD-A54F-94E0921A6F3E}" dt="2025-06-13T00:27:37.488" v="484" actId="478"/>
          <ac:grpSpMkLst>
            <pc:docMk/>
            <pc:sldMk cId="2154827032" sldId="262"/>
            <ac:grpSpMk id="9" creationId="{3645D9F9-BEA0-2DF3-36BF-47E47BF99CC8}"/>
          </ac:grpSpMkLst>
        </pc:grpChg>
        <pc:grpChg chg="add mod topLvl">
          <ac:chgData name="Anthony Chan" userId="7edadabc267f9882" providerId="LiveId" clId="{30FF9F93-7666-4FCD-A54F-94E0921A6F3E}" dt="2025-06-13T01:02:45.697" v="1473" actId="164"/>
          <ac:grpSpMkLst>
            <pc:docMk/>
            <pc:sldMk cId="2154827032" sldId="262"/>
            <ac:grpSpMk id="75" creationId="{9CDD0FBE-1216-21FA-61AB-C25B12E2BC2B}"/>
          </ac:grpSpMkLst>
        </pc:grpChg>
        <pc:grpChg chg="add del mod">
          <ac:chgData name="Anthony Chan" userId="7edadabc267f9882" providerId="LiveId" clId="{30FF9F93-7666-4FCD-A54F-94E0921A6F3E}" dt="2025-06-13T00:58:31.455" v="1373" actId="478"/>
          <ac:grpSpMkLst>
            <pc:docMk/>
            <pc:sldMk cId="2154827032" sldId="262"/>
            <ac:grpSpMk id="79" creationId="{2EDFF2DE-4783-A531-B047-9672A920D768}"/>
          </ac:grpSpMkLst>
        </pc:grpChg>
        <pc:grpChg chg="add mod">
          <ac:chgData name="Anthony Chan" userId="7edadabc267f9882" providerId="LiveId" clId="{30FF9F93-7666-4FCD-A54F-94E0921A6F3E}" dt="2025-06-13T01:02:48.072" v="1474" actId="1076"/>
          <ac:grpSpMkLst>
            <pc:docMk/>
            <pc:sldMk cId="2154827032" sldId="262"/>
            <ac:grpSpMk id="100" creationId="{F0C6D007-D121-67F7-E38D-CB874F68D66A}"/>
          </ac:grpSpMkLst>
        </pc:grpChg>
        <pc:picChg chg="add mod">
          <ac:chgData name="Anthony Chan" userId="7edadabc267f9882" providerId="LiveId" clId="{30FF9F93-7666-4FCD-A54F-94E0921A6F3E}" dt="2025-06-13T00:58:45.307" v="1379" actId="1076"/>
          <ac:picMkLst>
            <pc:docMk/>
            <pc:sldMk cId="2154827032" sldId="262"/>
            <ac:picMk id="4" creationId="{8A38232E-0D65-C40E-23D5-5B414E96C384}"/>
          </ac:picMkLst>
        </pc:picChg>
        <pc:picChg chg="del">
          <ac:chgData name="Anthony Chan" userId="7edadabc267f9882" providerId="LiveId" clId="{30FF9F93-7666-4FCD-A54F-94E0921A6F3E}" dt="2025-06-13T00:27:41.937" v="486" actId="478"/>
          <ac:picMkLst>
            <pc:docMk/>
            <pc:sldMk cId="2154827032" sldId="262"/>
            <ac:picMk id="13" creationId="{E35DA246-1EE9-5A00-4505-B72198F33069}"/>
          </ac:picMkLst>
        </pc:picChg>
        <pc:picChg chg="add mod">
          <ac:chgData name="Anthony Chan" userId="7edadabc267f9882" providerId="LiveId" clId="{30FF9F93-7666-4FCD-A54F-94E0921A6F3E}" dt="2025-06-13T01:01:43.422" v="1450" actId="1076"/>
          <ac:picMkLst>
            <pc:docMk/>
            <pc:sldMk cId="2154827032" sldId="262"/>
            <ac:picMk id="14" creationId="{1989A87F-3C9B-0481-A9CC-E035E710C434}"/>
          </ac:picMkLst>
        </pc:picChg>
        <pc:picChg chg="del">
          <ac:chgData name="Anthony Chan" userId="7edadabc267f9882" providerId="LiveId" clId="{30FF9F93-7666-4FCD-A54F-94E0921A6F3E}" dt="2025-06-13T00:27:40.109" v="485" actId="478"/>
          <ac:picMkLst>
            <pc:docMk/>
            <pc:sldMk cId="2154827032" sldId="262"/>
            <ac:picMk id="15" creationId="{74F6F508-25A1-D2E8-0D04-0CCC3FB9CC15}"/>
          </ac:picMkLst>
        </pc:picChg>
        <pc:picChg chg="add mod">
          <ac:chgData name="Anthony Chan" userId="7edadabc267f9882" providerId="LiveId" clId="{30FF9F93-7666-4FCD-A54F-94E0921A6F3E}" dt="2025-06-13T01:01:10.999" v="1445" actId="1076"/>
          <ac:picMkLst>
            <pc:docMk/>
            <pc:sldMk cId="2154827032" sldId="262"/>
            <ac:picMk id="20" creationId="{8F63E6F9-A905-1954-8C67-2CD0FA4D5DC7}"/>
          </ac:picMkLst>
        </pc:picChg>
        <pc:picChg chg="del">
          <ac:chgData name="Anthony Chan" userId="7edadabc267f9882" providerId="LiveId" clId="{30FF9F93-7666-4FCD-A54F-94E0921A6F3E}" dt="2025-06-13T00:27:40.109" v="485" actId="478"/>
          <ac:picMkLst>
            <pc:docMk/>
            <pc:sldMk cId="2154827032" sldId="262"/>
            <ac:picMk id="21" creationId="{96AD60A9-AEBE-74AE-A989-4576812E948B}"/>
          </ac:picMkLst>
        </pc:picChg>
        <pc:cxnChg chg="add mod">
          <ac:chgData name="Anthony Chan" userId="7edadabc267f9882" providerId="LiveId" clId="{30FF9F93-7666-4FCD-A54F-94E0921A6F3E}" dt="2025-06-13T01:01:43.422" v="1450" actId="1076"/>
          <ac:cxnSpMkLst>
            <pc:docMk/>
            <pc:sldMk cId="2154827032" sldId="262"/>
            <ac:cxnSpMk id="28" creationId="{E948906E-440E-70D2-C1E8-4CF46BDFD6AD}"/>
          </ac:cxnSpMkLst>
        </pc:cxnChg>
        <pc:cxnChg chg="add mod">
          <ac:chgData name="Anthony Chan" userId="7edadabc267f9882" providerId="LiveId" clId="{30FF9F93-7666-4FCD-A54F-94E0921A6F3E}" dt="2025-06-13T01:01:10.999" v="1445" actId="1076"/>
          <ac:cxnSpMkLst>
            <pc:docMk/>
            <pc:sldMk cId="2154827032" sldId="262"/>
            <ac:cxnSpMk id="37" creationId="{76142439-B7E0-1049-EBCC-DCCB4DF74676}"/>
          </ac:cxnSpMkLst>
        </pc:cxnChg>
        <pc:cxnChg chg="add del mod">
          <ac:chgData name="Anthony Chan" userId="7edadabc267f9882" providerId="LiveId" clId="{30FF9F93-7666-4FCD-A54F-94E0921A6F3E}" dt="2025-06-13T00:58:48.760" v="1381" actId="478"/>
          <ac:cxnSpMkLst>
            <pc:docMk/>
            <pc:sldMk cId="2154827032" sldId="262"/>
            <ac:cxnSpMk id="49" creationId="{363A55C3-88BF-258C-A33D-19B05FB2788D}"/>
          </ac:cxnSpMkLst>
        </pc:cxnChg>
        <pc:cxnChg chg="add del mod">
          <ac:chgData name="Anthony Chan" userId="7edadabc267f9882" providerId="LiveId" clId="{30FF9F93-7666-4FCD-A54F-94E0921A6F3E}" dt="2025-06-13T00:58:50.565" v="1382" actId="478"/>
          <ac:cxnSpMkLst>
            <pc:docMk/>
            <pc:sldMk cId="2154827032" sldId="262"/>
            <ac:cxnSpMk id="51" creationId="{AFF4AF3F-DD27-BB08-A557-377D2305108B}"/>
          </ac:cxnSpMkLst>
        </pc:cxnChg>
        <pc:cxnChg chg="add del mod">
          <ac:chgData name="Anthony Chan" userId="7edadabc267f9882" providerId="LiveId" clId="{30FF9F93-7666-4FCD-A54F-94E0921A6F3E}" dt="2025-06-13T00:54:35.231" v="1344" actId="478"/>
          <ac:cxnSpMkLst>
            <pc:docMk/>
            <pc:sldMk cId="2154827032" sldId="262"/>
            <ac:cxnSpMk id="55" creationId="{4D37FF7E-D1FB-1B65-FBCE-B63B28C1BBEA}"/>
          </ac:cxnSpMkLst>
        </pc:cxnChg>
        <pc:cxnChg chg="add del mod">
          <ac:chgData name="Anthony Chan" userId="7edadabc267f9882" providerId="LiveId" clId="{30FF9F93-7666-4FCD-A54F-94E0921A6F3E}" dt="2025-06-13T00:54:35.231" v="1344" actId="478"/>
          <ac:cxnSpMkLst>
            <pc:docMk/>
            <pc:sldMk cId="2154827032" sldId="262"/>
            <ac:cxnSpMk id="58" creationId="{0613F9D0-3F2B-BB36-EDC6-AFDA6EB9BBAB}"/>
          </ac:cxnSpMkLst>
        </pc:cxnChg>
        <pc:cxnChg chg="add del mod">
          <ac:chgData name="Anthony Chan" userId="7edadabc267f9882" providerId="LiveId" clId="{30FF9F93-7666-4FCD-A54F-94E0921A6F3E}" dt="2025-06-13T00:54:35.231" v="1344" actId="478"/>
          <ac:cxnSpMkLst>
            <pc:docMk/>
            <pc:sldMk cId="2154827032" sldId="262"/>
            <ac:cxnSpMk id="62" creationId="{43207F3F-B514-CE0D-28FF-544179A88FFC}"/>
          </ac:cxnSpMkLst>
        </pc:cxnChg>
        <pc:cxnChg chg="add del mod">
          <ac:chgData name="Anthony Chan" userId="7edadabc267f9882" providerId="LiveId" clId="{30FF9F93-7666-4FCD-A54F-94E0921A6F3E}" dt="2025-06-13T00:54:36.684" v="1345" actId="478"/>
          <ac:cxnSpMkLst>
            <pc:docMk/>
            <pc:sldMk cId="2154827032" sldId="262"/>
            <ac:cxnSpMk id="65" creationId="{E68216E8-C1B6-8264-FCB4-F419D6CA9ED0}"/>
          </ac:cxnSpMkLst>
        </pc:cxnChg>
        <pc:cxnChg chg="add del mod">
          <ac:chgData name="Anthony Chan" userId="7edadabc267f9882" providerId="LiveId" clId="{30FF9F93-7666-4FCD-A54F-94E0921A6F3E}" dt="2025-06-13T00:54:35.231" v="1344" actId="478"/>
          <ac:cxnSpMkLst>
            <pc:docMk/>
            <pc:sldMk cId="2154827032" sldId="262"/>
            <ac:cxnSpMk id="68" creationId="{CEB08162-D8B3-5B3A-5DB9-8EBCC9D03AE8}"/>
          </ac:cxnSpMkLst>
        </pc:cxnChg>
        <pc:cxnChg chg="add del mod">
          <ac:chgData name="Anthony Chan" userId="7edadabc267f9882" providerId="LiveId" clId="{30FF9F93-7666-4FCD-A54F-94E0921A6F3E}" dt="2025-06-13T00:54:35.231" v="1344" actId="478"/>
          <ac:cxnSpMkLst>
            <pc:docMk/>
            <pc:sldMk cId="2154827032" sldId="262"/>
            <ac:cxnSpMk id="72" creationId="{9E91BE7E-1D3D-A4EA-28EE-4D86ACF9375F}"/>
          </ac:cxnSpMkLst>
        </pc:cxnChg>
        <pc:cxnChg chg="add del mod topLvl">
          <ac:chgData name="Anthony Chan" userId="7edadabc267f9882" providerId="LiveId" clId="{30FF9F93-7666-4FCD-A54F-94E0921A6F3E}" dt="2025-06-13T00:58:31.455" v="1373" actId="478"/>
          <ac:cxnSpMkLst>
            <pc:docMk/>
            <pc:sldMk cId="2154827032" sldId="262"/>
            <ac:cxnSpMk id="76" creationId="{61C0C894-9E49-26D5-DFE8-555A1F3463E9}"/>
          </ac:cxnSpMkLst>
        </pc:cxnChg>
        <pc:cxnChg chg="add del mod">
          <ac:chgData name="Anthony Chan" userId="7edadabc267f9882" providerId="LiveId" clId="{30FF9F93-7666-4FCD-A54F-94E0921A6F3E}" dt="2025-06-13T00:58:28.109" v="1370" actId="478"/>
          <ac:cxnSpMkLst>
            <pc:docMk/>
            <pc:sldMk cId="2154827032" sldId="262"/>
            <ac:cxnSpMk id="77" creationId="{1982DD6A-0ABB-0A09-5144-E8A8C96A1E40}"/>
          </ac:cxnSpMkLst>
        </pc:cxnChg>
        <pc:cxnChg chg="add mod">
          <ac:chgData name="Anthony Chan" userId="7edadabc267f9882" providerId="LiveId" clId="{30FF9F93-7666-4FCD-A54F-94E0921A6F3E}" dt="2025-06-13T10:46:51.728" v="4079" actId="20577"/>
          <ac:cxnSpMkLst>
            <pc:docMk/>
            <pc:sldMk cId="2154827032" sldId="262"/>
            <ac:cxnSpMk id="96" creationId="{4C9D29B5-60B6-5B38-92D5-7B48EF0B36A8}"/>
          </ac:cxnSpMkLst>
        </pc:cxnChg>
        <pc:cxnChg chg="add mod">
          <ac:chgData name="Anthony Chan" userId="7edadabc267f9882" providerId="LiveId" clId="{30FF9F93-7666-4FCD-A54F-94E0921A6F3E}" dt="2025-06-13T01:02:45.697" v="1473" actId="164"/>
          <ac:cxnSpMkLst>
            <pc:docMk/>
            <pc:sldMk cId="2154827032" sldId="262"/>
            <ac:cxnSpMk id="97" creationId="{C680FD74-324C-97FB-300A-D0E74F6C3CAA}"/>
          </ac:cxnSpMkLst>
        </pc:cxnChg>
        <pc:cxnChg chg="add mod">
          <ac:chgData name="Anthony Chan" userId="7edadabc267f9882" providerId="LiveId" clId="{30FF9F93-7666-4FCD-A54F-94E0921A6F3E}" dt="2025-06-13T01:04:30.124" v="1493" actId="14100"/>
          <ac:cxnSpMkLst>
            <pc:docMk/>
            <pc:sldMk cId="2154827032" sldId="262"/>
            <ac:cxnSpMk id="101" creationId="{BB2E5578-ABD2-CE99-34C6-54F9E119505A}"/>
          </ac:cxnSpMkLst>
        </pc:cxnChg>
        <pc:cxnChg chg="add mod">
          <ac:chgData name="Anthony Chan" userId="7edadabc267f9882" providerId="LiveId" clId="{30FF9F93-7666-4FCD-A54F-94E0921A6F3E}" dt="2025-06-13T01:04:32.378" v="1494" actId="14100"/>
          <ac:cxnSpMkLst>
            <pc:docMk/>
            <pc:sldMk cId="2154827032" sldId="262"/>
            <ac:cxnSpMk id="102" creationId="{4EFF8F8E-D858-797A-DC78-633F6910F3E9}"/>
          </ac:cxnSpMkLst>
        </pc:cxnChg>
      </pc:sldChg>
      <pc:sldChg chg="modSp new mod modTransition">
        <pc:chgData name="Anthony Chan" userId="7edadabc267f9882" providerId="LiveId" clId="{30FF9F93-7666-4FCD-A54F-94E0921A6F3E}" dt="2025-06-13T10:39:46.650" v="4045" actId="20577"/>
        <pc:sldMkLst>
          <pc:docMk/>
          <pc:sldMk cId="3987048001" sldId="263"/>
        </pc:sldMkLst>
        <pc:spChg chg="mod">
          <ac:chgData name="Anthony Chan" userId="7edadabc267f9882" providerId="LiveId" clId="{30FF9F93-7666-4FCD-A54F-94E0921A6F3E}" dt="2025-06-13T10:39:46.650" v="4045" actId="20577"/>
          <ac:spMkLst>
            <pc:docMk/>
            <pc:sldMk cId="3987048001" sldId="263"/>
            <ac:spMk id="3" creationId="{570BFEFF-F781-1D7B-0207-80542ED4DBB9}"/>
          </ac:spMkLst>
        </pc:spChg>
      </pc:sldChg>
      <pc:sldChg chg="addSp delSp modSp add mod modTransition modAnim">
        <pc:chgData name="Anthony Chan" userId="7edadabc267f9882" providerId="LiveId" clId="{30FF9F93-7666-4FCD-A54F-94E0921A6F3E}" dt="2025-06-13T02:49:21.099" v="3720" actId="1076"/>
        <pc:sldMkLst>
          <pc:docMk/>
          <pc:sldMk cId="3173845350" sldId="264"/>
        </pc:sldMkLst>
        <pc:spChg chg="del">
          <ac:chgData name="Anthony Chan" userId="7edadabc267f9882" providerId="LiveId" clId="{30FF9F93-7666-4FCD-A54F-94E0921A6F3E}" dt="2025-06-13T00:54:29.344" v="1342" actId="478"/>
          <ac:spMkLst>
            <pc:docMk/>
            <pc:sldMk cId="3173845350" sldId="264"/>
            <ac:spMk id="2" creationId="{6CBDEF49-1EAF-CB38-1574-036DCD37AA5B}"/>
          </ac:spMkLst>
        </pc:spChg>
        <pc:spChg chg="del">
          <ac:chgData name="Anthony Chan" userId="7edadabc267f9882" providerId="LiveId" clId="{30FF9F93-7666-4FCD-A54F-94E0921A6F3E}" dt="2025-06-13T00:54:31.206" v="1343" actId="478"/>
          <ac:spMkLst>
            <pc:docMk/>
            <pc:sldMk cId="3173845350" sldId="264"/>
            <ac:spMk id="5" creationId="{99A460CA-8502-5BD5-DACB-B80922D7B5E2}"/>
          </ac:spMkLst>
        </pc:spChg>
        <pc:spChg chg="add del mod">
          <ac:chgData name="Anthony Chan" userId="7edadabc267f9882" providerId="LiveId" clId="{30FF9F93-7666-4FCD-A54F-94E0921A6F3E}" dt="2025-06-13T01:03:07.643" v="1480" actId="478"/>
          <ac:spMkLst>
            <pc:docMk/>
            <pc:sldMk cId="3173845350" sldId="264"/>
            <ac:spMk id="6" creationId="{D7233845-8A0A-D3AC-1875-AA80A0879BEA}"/>
          </ac:spMkLst>
        </pc:spChg>
        <pc:spChg chg="add mod">
          <ac:chgData name="Anthony Chan" userId="7edadabc267f9882" providerId="LiveId" clId="{30FF9F93-7666-4FCD-A54F-94E0921A6F3E}" dt="2025-06-13T01:15:49.177" v="2070"/>
          <ac:spMkLst>
            <pc:docMk/>
            <pc:sldMk cId="3173845350" sldId="264"/>
            <ac:spMk id="12" creationId="{AF2C8DAC-BC44-1390-3E38-9FF517FE40A0}"/>
          </ac:spMkLst>
        </pc:spChg>
        <pc:spChg chg="add mod">
          <ac:chgData name="Anthony Chan" userId="7edadabc267f9882" providerId="LiveId" clId="{30FF9F93-7666-4FCD-A54F-94E0921A6F3E}" dt="2025-06-13T01:14:58.869" v="2067" actId="1035"/>
          <ac:spMkLst>
            <pc:docMk/>
            <pc:sldMk cId="3173845350" sldId="264"/>
            <ac:spMk id="13" creationId="{E1192298-983B-167B-E12D-BD2501398642}"/>
          </ac:spMkLst>
        </pc:spChg>
        <pc:spChg chg="add mod">
          <ac:chgData name="Anthony Chan" userId="7edadabc267f9882" providerId="LiveId" clId="{30FF9F93-7666-4FCD-A54F-94E0921A6F3E}" dt="2025-06-13T01:16:06.958" v="2082" actId="1076"/>
          <ac:spMkLst>
            <pc:docMk/>
            <pc:sldMk cId="3173845350" sldId="264"/>
            <ac:spMk id="15" creationId="{B77F279E-A315-7FD3-0168-7A103446221C}"/>
          </ac:spMkLst>
        </pc:spChg>
        <pc:spChg chg="add mod">
          <ac:chgData name="Anthony Chan" userId="7edadabc267f9882" providerId="LiveId" clId="{30FF9F93-7666-4FCD-A54F-94E0921A6F3E}" dt="2025-06-13T01:18:39.131" v="2113" actId="1076"/>
          <ac:spMkLst>
            <pc:docMk/>
            <pc:sldMk cId="3173845350" sldId="264"/>
            <ac:spMk id="17" creationId="{D11B4438-5537-D9A6-BDAF-76C1432ECE87}"/>
          </ac:spMkLst>
        </pc:spChg>
        <pc:spChg chg="add mod">
          <ac:chgData name="Anthony Chan" userId="7edadabc267f9882" providerId="LiveId" clId="{30FF9F93-7666-4FCD-A54F-94E0921A6F3E}" dt="2025-06-13T01:21:24.413" v="2149" actId="1076"/>
          <ac:spMkLst>
            <pc:docMk/>
            <pc:sldMk cId="3173845350" sldId="264"/>
            <ac:spMk id="26" creationId="{5FDA3CC0-15C5-EB5E-7A26-DDB2C274E2AB}"/>
          </ac:spMkLst>
        </pc:spChg>
        <pc:spChg chg="del">
          <ac:chgData name="Anthony Chan" userId="7edadabc267f9882" providerId="LiveId" clId="{30FF9F93-7666-4FCD-A54F-94E0921A6F3E}" dt="2025-06-13T01:03:05.980" v="1479" actId="478"/>
          <ac:spMkLst>
            <pc:docMk/>
            <pc:sldMk cId="3173845350" sldId="264"/>
            <ac:spMk id="27" creationId="{3E4B83CF-A5A0-DEBC-4F86-E22DFDD0F3DE}"/>
          </ac:spMkLst>
        </pc:spChg>
        <pc:spChg chg="del">
          <ac:chgData name="Anthony Chan" userId="7edadabc267f9882" providerId="LiveId" clId="{30FF9F93-7666-4FCD-A54F-94E0921A6F3E}" dt="2025-06-13T00:54:29.344" v="1342" actId="478"/>
          <ac:spMkLst>
            <pc:docMk/>
            <pc:sldMk cId="3173845350" sldId="264"/>
            <ac:spMk id="30" creationId="{15322951-5BAE-3CD0-1D10-AB5E89367170}"/>
          </ac:spMkLst>
        </pc:spChg>
        <pc:spChg chg="add mod">
          <ac:chgData name="Anthony Chan" userId="7edadabc267f9882" providerId="LiveId" clId="{30FF9F93-7666-4FCD-A54F-94E0921A6F3E}" dt="2025-06-13T02:49:21.099" v="3720" actId="1076"/>
          <ac:spMkLst>
            <pc:docMk/>
            <pc:sldMk cId="3173845350" sldId="264"/>
            <ac:spMk id="36" creationId="{0D314325-20E6-42A3-2D5C-39C4C3861687}"/>
          </ac:spMkLst>
        </pc:spChg>
        <pc:spChg chg="del">
          <ac:chgData name="Anthony Chan" userId="7edadabc267f9882" providerId="LiveId" clId="{30FF9F93-7666-4FCD-A54F-94E0921A6F3E}" dt="2025-06-13T00:54:29.344" v="1342" actId="478"/>
          <ac:spMkLst>
            <pc:docMk/>
            <pc:sldMk cId="3173845350" sldId="264"/>
            <ac:spMk id="45" creationId="{4C74F219-51A9-84E7-33D2-F47D8CCAE904}"/>
          </ac:spMkLst>
        </pc:spChg>
        <pc:spChg chg="mod">
          <ac:chgData name="Anthony Chan" userId="7edadabc267f9882" providerId="LiveId" clId="{30FF9F93-7666-4FCD-A54F-94E0921A6F3E}" dt="2025-06-13T01:31:49.071" v="2330" actId="1037"/>
          <ac:spMkLst>
            <pc:docMk/>
            <pc:sldMk cId="3173845350" sldId="264"/>
            <ac:spMk id="57" creationId="{52B8E93F-C11A-95F7-B691-E4427FC6260A}"/>
          </ac:spMkLst>
        </pc:spChg>
        <pc:spChg chg="mod">
          <ac:chgData name="Anthony Chan" userId="7edadabc267f9882" providerId="LiveId" clId="{30FF9F93-7666-4FCD-A54F-94E0921A6F3E}" dt="2025-06-13T01:04:45.822" v="1510" actId="1036"/>
          <ac:spMkLst>
            <pc:docMk/>
            <pc:sldMk cId="3173845350" sldId="264"/>
            <ac:spMk id="60" creationId="{1CDFC121-5919-1710-7723-A6834D9B88AB}"/>
          </ac:spMkLst>
        </pc:spChg>
        <pc:spChg chg="del mod">
          <ac:chgData name="Anthony Chan" userId="7edadabc267f9882" providerId="LiveId" clId="{30FF9F93-7666-4FCD-A54F-94E0921A6F3E}" dt="2025-06-13T01:18:19.342" v="2109" actId="478"/>
          <ac:spMkLst>
            <pc:docMk/>
            <pc:sldMk cId="3173845350" sldId="264"/>
            <ac:spMk id="61" creationId="{52B71D17-E06A-2AE7-C66B-C82584DAC7DB}"/>
          </ac:spMkLst>
        </pc:spChg>
        <pc:spChg chg="mod">
          <ac:chgData name="Anthony Chan" userId="7edadabc267f9882" providerId="LiveId" clId="{30FF9F93-7666-4FCD-A54F-94E0921A6F3E}" dt="2025-06-13T01:21:13.554" v="2142" actId="14100"/>
          <ac:spMkLst>
            <pc:docMk/>
            <pc:sldMk cId="3173845350" sldId="264"/>
            <ac:spMk id="67" creationId="{128D128B-D8FC-C426-8E45-ADC19BA52AED}"/>
          </ac:spMkLst>
        </pc:spChg>
        <pc:picChg chg="del">
          <ac:chgData name="Anthony Chan" userId="7edadabc267f9882" providerId="LiveId" clId="{30FF9F93-7666-4FCD-A54F-94E0921A6F3E}" dt="2025-06-13T00:54:29.344" v="1342" actId="478"/>
          <ac:picMkLst>
            <pc:docMk/>
            <pc:sldMk cId="3173845350" sldId="264"/>
            <ac:picMk id="4" creationId="{38C1FF34-5B56-6183-0A62-F435904A6043}"/>
          </ac:picMkLst>
        </pc:picChg>
        <pc:picChg chg="del">
          <ac:chgData name="Anthony Chan" userId="7edadabc267f9882" providerId="LiveId" clId="{30FF9F93-7666-4FCD-A54F-94E0921A6F3E}" dt="2025-06-13T00:54:29.344" v="1342" actId="478"/>
          <ac:picMkLst>
            <pc:docMk/>
            <pc:sldMk cId="3173845350" sldId="264"/>
            <ac:picMk id="14" creationId="{5BAB1CEF-A048-EB6F-D856-92714EECBEA6}"/>
          </ac:picMkLst>
        </pc:picChg>
        <pc:picChg chg="del">
          <ac:chgData name="Anthony Chan" userId="7edadabc267f9882" providerId="LiveId" clId="{30FF9F93-7666-4FCD-A54F-94E0921A6F3E}" dt="2025-06-13T00:54:29.344" v="1342" actId="478"/>
          <ac:picMkLst>
            <pc:docMk/>
            <pc:sldMk cId="3173845350" sldId="264"/>
            <ac:picMk id="20" creationId="{95F52D60-D7C9-A1C6-5ACE-E7D334FB3257}"/>
          </ac:picMkLst>
        </pc:picChg>
        <pc:cxnChg chg="add mod">
          <ac:chgData name="Anthony Chan" userId="7edadabc267f9882" providerId="LiveId" clId="{30FF9F93-7666-4FCD-A54F-94E0921A6F3E}" dt="2025-06-13T01:29:03.611" v="2302" actId="1035"/>
          <ac:cxnSpMkLst>
            <pc:docMk/>
            <pc:sldMk cId="3173845350" sldId="264"/>
            <ac:cxnSpMk id="7" creationId="{CACD9736-6E37-4144-0982-C2C7B6FA9413}"/>
          </ac:cxnSpMkLst>
        </pc:cxnChg>
        <pc:cxnChg chg="add mod">
          <ac:chgData name="Anthony Chan" userId="7edadabc267f9882" providerId="LiveId" clId="{30FF9F93-7666-4FCD-A54F-94E0921A6F3E}" dt="2025-06-13T01:06:46.104" v="1600" actId="1037"/>
          <ac:cxnSpMkLst>
            <pc:docMk/>
            <pc:sldMk cId="3173845350" sldId="264"/>
            <ac:cxnSpMk id="9" creationId="{32DA8DE6-DEF3-EEAE-755F-3920ACF9EB56}"/>
          </ac:cxnSpMkLst>
        </pc:cxnChg>
        <pc:cxnChg chg="add mod">
          <ac:chgData name="Anthony Chan" userId="7edadabc267f9882" providerId="LiveId" clId="{30FF9F93-7666-4FCD-A54F-94E0921A6F3E}" dt="2025-06-13T01:19:43.810" v="2121" actId="1076"/>
          <ac:cxnSpMkLst>
            <pc:docMk/>
            <pc:sldMk cId="3173845350" sldId="264"/>
            <ac:cxnSpMk id="18" creationId="{D7B245DA-928D-0F4F-CC6F-E7F143CF8FF5}"/>
          </ac:cxnSpMkLst>
        </pc:cxnChg>
        <pc:cxnChg chg="add mod">
          <ac:chgData name="Anthony Chan" userId="7edadabc267f9882" providerId="LiveId" clId="{30FF9F93-7666-4FCD-A54F-94E0921A6F3E}" dt="2025-06-13T01:20:22.502" v="2127" actId="14100"/>
          <ac:cxnSpMkLst>
            <pc:docMk/>
            <pc:sldMk cId="3173845350" sldId="264"/>
            <ac:cxnSpMk id="22" creationId="{DA46D515-C780-A7DF-0886-25F6DB21321D}"/>
          </ac:cxnSpMkLst>
        </pc:cxnChg>
        <pc:cxnChg chg="del mod">
          <ac:chgData name="Anthony Chan" userId="7edadabc267f9882" providerId="LiveId" clId="{30FF9F93-7666-4FCD-A54F-94E0921A6F3E}" dt="2025-06-13T00:54:29.344" v="1342" actId="478"/>
          <ac:cxnSpMkLst>
            <pc:docMk/>
            <pc:sldMk cId="3173845350" sldId="264"/>
            <ac:cxnSpMk id="28" creationId="{682E94B2-90C2-C248-58E8-56D692415398}"/>
          </ac:cxnSpMkLst>
        </pc:cxnChg>
        <pc:cxnChg chg="add del mod">
          <ac:chgData name="Anthony Chan" userId="7edadabc267f9882" providerId="LiveId" clId="{30FF9F93-7666-4FCD-A54F-94E0921A6F3E}" dt="2025-06-13T01:22:57.091" v="2152" actId="478"/>
          <ac:cxnSpMkLst>
            <pc:docMk/>
            <pc:sldMk cId="3173845350" sldId="264"/>
            <ac:cxnSpMk id="31" creationId="{DFAD10F1-8989-5B34-2B0F-3D9FFA6843E2}"/>
          </ac:cxnSpMkLst>
        </pc:cxnChg>
        <pc:cxnChg chg="add mod">
          <ac:chgData name="Anthony Chan" userId="7edadabc267f9882" providerId="LiveId" clId="{30FF9F93-7666-4FCD-A54F-94E0921A6F3E}" dt="2025-06-13T01:23:37.691" v="2245" actId="1035"/>
          <ac:cxnSpMkLst>
            <pc:docMk/>
            <pc:sldMk cId="3173845350" sldId="264"/>
            <ac:cxnSpMk id="32" creationId="{DD7FEE26-E5D3-3BC8-EB66-6C305B2E7D69}"/>
          </ac:cxnSpMkLst>
        </pc:cxnChg>
        <pc:cxnChg chg="add mod">
          <ac:chgData name="Anthony Chan" userId="7edadabc267f9882" providerId="LiveId" clId="{30FF9F93-7666-4FCD-A54F-94E0921A6F3E}" dt="2025-06-13T01:23:05.554" v="2155"/>
          <ac:cxnSpMkLst>
            <pc:docMk/>
            <pc:sldMk cId="3173845350" sldId="264"/>
            <ac:cxnSpMk id="33" creationId="{DA5C2C08-9063-CD60-F9AC-0761D6DEE763}"/>
          </ac:cxnSpMkLst>
        </pc:cxnChg>
        <pc:cxnChg chg="add mod">
          <ac:chgData name="Anthony Chan" userId="7edadabc267f9882" providerId="LiveId" clId="{30FF9F93-7666-4FCD-A54F-94E0921A6F3E}" dt="2025-06-13T01:23:08.023" v="2156"/>
          <ac:cxnSpMkLst>
            <pc:docMk/>
            <pc:sldMk cId="3173845350" sldId="264"/>
            <ac:cxnSpMk id="34" creationId="{1458A096-8D92-B16A-501B-F11E05B78E3B}"/>
          </ac:cxnSpMkLst>
        </pc:cxnChg>
        <pc:cxnChg chg="del">
          <ac:chgData name="Anthony Chan" userId="7edadabc267f9882" providerId="LiveId" clId="{30FF9F93-7666-4FCD-A54F-94E0921A6F3E}" dt="2025-06-13T00:54:29.344" v="1342" actId="478"/>
          <ac:cxnSpMkLst>
            <pc:docMk/>
            <pc:sldMk cId="3173845350" sldId="264"/>
            <ac:cxnSpMk id="49" creationId="{11A627A2-701A-52A9-1F4D-7A982B29821D}"/>
          </ac:cxnSpMkLst>
        </pc:cxnChg>
        <pc:cxnChg chg="del">
          <ac:chgData name="Anthony Chan" userId="7edadabc267f9882" providerId="LiveId" clId="{30FF9F93-7666-4FCD-A54F-94E0921A6F3E}" dt="2025-06-13T00:54:29.344" v="1342" actId="478"/>
          <ac:cxnSpMkLst>
            <pc:docMk/>
            <pc:sldMk cId="3173845350" sldId="264"/>
            <ac:cxnSpMk id="51" creationId="{501DE47F-4466-89D7-D95B-0BE5673D9693}"/>
          </ac:cxnSpMkLst>
        </pc:cxnChg>
        <pc:cxnChg chg="del">
          <ac:chgData name="Anthony Chan" userId="7edadabc267f9882" providerId="LiveId" clId="{30FF9F93-7666-4FCD-A54F-94E0921A6F3E}" dt="2025-06-13T00:54:29.344" v="1342" actId="478"/>
          <ac:cxnSpMkLst>
            <pc:docMk/>
            <pc:sldMk cId="3173845350" sldId="264"/>
            <ac:cxnSpMk id="55" creationId="{69264D7C-70F0-DC6F-D30B-056756464044}"/>
          </ac:cxnSpMkLst>
        </pc:cxnChg>
        <pc:cxnChg chg="del">
          <ac:chgData name="Anthony Chan" userId="7edadabc267f9882" providerId="LiveId" clId="{30FF9F93-7666-4FCD-A54F-94E0921A6F3E}" dt="2025-06-13T01:06:58.785" v="1603" actId="478"/>
          <ac:cxnSpMkLst>
            <pc:docMk/>
            <pc:sldMk cId="3173845350" sldId="264"/>
            <ac:cxnSpMk id="62" creationId="{513E5C98-71FE-D2BB-9EA8-5C8020C49CAE}"/>
          </ac:cxnSpMkLst>
        </pc:cxnChg>
        <pc:cxnChg chg="del">
          <ac:chgData name="Anthony Chan" userId="7edadabc267f9882" providerId="LiveId" clId="{30FF9F93-7666-4FCD-A54F-94E0921A6F3E}" dt="2025-06-13T01:18:22.764" v="2110" actId="478"/>
          <ac:cxnSpMkLst>
            <pc:docMk/>
            <pc:sldMk cId="3173845350" sldId="264"/>
            <ac:cxnSpMk id="65" creationId="{F8251F04-1C3E-E9E9-D582-4B1D51E12793}"/>
          </ac:cxnSpMkLst>
        </pc:cxnChg>
        <pc:cxnChg chg="del">
          <ac:chgData name="Anthony Chan" userId="7edadabc267f9882" providerId="LiveId" clId="{30FF9F93-7666-4FCD-A54F-94E0921A6F3E}" dt="2025-06-13T01:06:54.355" v="1601" actId="478"/>
          <ac:cxnSpMkLst>
            <pc:docMk/>
            <pc:sldMk cId="3173845350" sldId="264"/>
            <ac:cxnSpMk id="68" creationId="{0795E647-F555-4A25-A0BA-5B39CF060C1F}"/>
          </ac:cxnSpMkLst>
        </pc:cxnChg>
        <pc:cxnChg chg="del mod">
          <ac:chgData name="Anthony Chan" userId="7edadabc267f9882" providerId="LiveId" clId="{30FF9F93-7666-4FCD-A54F-94E0921A6F3E}" dt="2025-06-13T01:06:55.010" v="1602" actId="478"/>
          <ac:cxnSpMkLst>
            <pc:docMk/>
            <pc:sldMk cId="3173845350" sldId="264"/>
            <ac:cxnSpMk id="72" creationId="{65102372-DD88-EE95-0E73-F8532E8519E4}"/>
          </ac:cxnSpMkLst>
        </pc:cxnChg>
      </pc:sldChg>
      <pc:sldChg chg="new del">
        <pc:chgData name="Anthony Chan" userId="7edadabc267f9882" providerId="LiveId" clId="{30FF9F93-7666-4FCD-A54F-94E0921A6F3E}" dt="2025-06-13T01:23:43.192" v="2247" actId="47"/>
        <pc:sldMkLst>
          <pc:docMk/>
          <pc:sldMk cId="2470898884" sldId="265"/>
        </pc:sldMkLst>
      </pc:sldChg>
      <pc:sldChg chg="addSp delSp modSp add mod addAnim delAnim modAnim modNotesTx">
        <pc:chgData name="Anthony Chan" userId="7edadabc267f9882" providerId="LiveId" clId="{30FF9F93-7666-4FCD-A54F-94E0921A6F3E}" dt="2025-06-13T02:50:44.476" v="3742" actId="1076"/>
        <pc:sldMkLst>
          <pc:docMk/>
          <pc:sldMk cId="307901976" sldId="266"/>
        </pc:sldMkLst>
        <pc:spChg chg="add mod">
          <ac:chgData name="Anthony Chan" userId="7edadabc267f9882" providerId="LiveId" clId="{30FF9F93-7666-4FCD-A54F-94E0921A6F3E}" dt="2025-06-13T02:29:58.039" v="3131" actId="1076"/>
          <ac:spMkLst>
            <pc:docMk/>
            <pc:sldMk cId="307901976" sldId="266"/>
            <ac:spMk id="5" creationId="{579C3445-E520-56BB-DCF9-300406449755}"/>
          </ac:spMkLst>
        </pc:spChg>
        <pc:spChg chg="add mod">
          <ac:chgData name="Anthony Chan" userId="7edadabc267f9882" providerId="LiveId" clId="{30FF9F93-7666-4FCD-A54F-94E0921A6F3E}" dt="2025-06-13T02:43:33.576" v="3644" actId="20577"/>
          <ac:spMkLst>
            <pc:docMk/>
            <pc:sldMk cId="307901976" sldId="266"/>
            <ac:spMk id="11" creationId="{21823405-1B19-A587-61B8-A948CF7ABEBB}"/>
          </ac:spMkLst>
        </pc:spChg>
        <pc:spChg chg="add del">
          <ac:chgData name="Anthony Chan" userId="7edadabc267f9882" providerId="LiveId" clId="{30FF9F93-7666-4FCD-A54F-94E0921A6F3E}" dt="2025-06-13T01:24:04.697" v="2254" actId="478"/>
          <ac:spMkLst>
            <pc:docMk/>
            <pc:sldMk cId="307901976" sldId="266"/>
            <ac:spMk id="12" creationId="{FE4FE7FC-9935-AA65-CBA6-543AE2C14CE1}"/>
          </ac:spMkLst>
        </pc:spChg>
        <pc:spChg chg="add del">
          <ac:chgData name="Anthony Chan" userId="7edadabc267f9882" providerId="LiveId" clId="{30FF9F93-7666-4FCD-A54F-94E0921A6F3E}" dt="2025-06-13T01:24:04.697" v="2254" actId="478"/>
          <ac:spMkLst>
            <pc:docMk/>
            <pc:sldMk cId="307901976" sldId="266"/>
            <ac:spMk id="13" creationId="{086045E4-3662-C3FA-32E4-D53BB867EF05}"/>
          </ac:spMkLst>
        </pc:spChg>
        <pc:spChg chg="add del">
          <ac:chgData name="Anthony Chan" userId="7edadabc267f9882" providerId="LiveId" clId="{30FF9F93-7666-4FCD-A54F-94E0921A6F3E}" dt="2025-06-13T01:24:04.697" v="2254" actId="478"/>
          <ac:spMkLst>
            <pc:docMk/>
            <pc:sldMk cId="307901976" sldId="266"/>
            <ac:spMk id="15" creationId="{2A8A6561-3A6B-8DD3-E665-ECBB2E2EE9D1}"/>
          </ac:spMkLst>
        </pc:spChg>
        <pc:spChg chg="add del">
          <ac:chgData name="Anthony Chan" userId="7edadabc267f9882" providerId="LiveId" clId="{30FF9F93-7666-4FCD-A54F-94E0921A6F3E}" dt="2025-06-13T01:24:04.697" v="2254" actId="478"/>
          <ac:spMkLst>
            <pc:docMk/>
            <pc:sldMk cId="307901976" sldId="266"/>
            <ac:spMk id="17" creationId="{15A97B47-96C6-2BF2-D0C3-F585A5CF9697}"/>
          </ac:spMkLst>
        </pc:spChg>
        <pc:spChg chg="add mod">
          <ac:chgData name="Anthony Chan" userId="7edadabc267f9882" providerId="LiveId" clId="{30FF9F93-7666-4FCD-A54F-94E0921A6F3E}" dt="2025-06-13T02:38:14.205" v="3348" actId="1076"/>
          <ac:spMkLst>
            <pc:docMk/>
            <pc:sldMk cId="307901976" sldId="266"/>
            <ac:spMk id="19" creationId="{678347EC-402B-66F6-B426-C11E131210BD}"/>
          </ac:spMkLst>
        </pc:spChg>
        <pc:spChg chg="add del">
          <ac:chgData name="Anthony Chan" userId="7edadabc267f9882" providerId="LiveId" clId="{30FF9F93-7666-4FCD-A54F-94E0921A6F3E}" dt="2025-06-13T02:35:41.936" v="3220" actId="22"/>
          <ac:spMkLst>
            <pc:docMk/>
            <pc:sldMk cId="307901976" sldId="266"/>
            <ac:spMk id="21" creationId="{3E9AA449-0E35-BFF9-8E74-59D8BA0DDF3B}"/>
          </ac:spMkLst>
        </pc:spChg>
        <pc:spChg chg="add mod">
          <ac:chgData name="Anthony Chan" userId="7edadabc267f9882" providerId="LiveId" clId="{30FF9F93-7666-4FCD-A54F-94E0921A6F3E}" dt="2025-06-13T02:37:23.223" v="3315" actId="1076"/>
          <ac:spMkLst>
            <pc:docMk/>
            <pc:sldMk cId="307901976" sldId="266"/>
            <ac:spMk id="24" creationId="{529061B5-F085-198F-54BE-CFD3DDAC3163}"/>
          </ac:spMkLst>
        </pc:spChg>
        <pc:spChg chg="add del">
          <ac:chgData name="Anthony Chan" userId="7edadabc267f9882" providerId="LiveId" clId="{30FF9F93-7666-4FCD-A54F-94E0921A6F3E}" dt="2025-06-13T01:24:01.382" v="2252" actId="478"/>
          <ac:spMkLst>
            <pc:docMk/>
            <pc:sldMk cId="307901976" sldId="266"/>
            <ac:spMk id="26" creationId="{F504C577-88CA-5318-B290-E0379D429ECF}"/>
          </ac:spMkLst>
        </pc:spChg>
        <pc:spChg chg="add mod">
          <ac:chgData name="Anthony Chan" userId="7edadabc267f9882" providerId="LiveId" clId="{30FF9F93-7666-4FCD-A54F-94E0921A6F3E}" dt="2025-06-13T02:38:12.146" v="3347" actId="1076"/>
          <ac:spMkLst>
            <pc:docMk/>
            <pc:sldMk cId="307901976" sldId="266"/>
            <ac:spMk id="27" creationId="{1F8A48EC-8AFF-86BF-A5D8-B35099BEB876}"/>
          </ac:spMkLst>
        </pc:spChg>
        <pc:spChg chg="add del mod">
          <ac:chgData name="Anthony Chan" userId="7edadabc267f9882" providerId="LiveId" clId="{30FF9F93-7666-4FCD-A54F-94E0921A6F3E}" dt="2025-06-13T01:24:56.850" v="2287" actId="20577"/>
          <ac:spMkLst>
            <pc:docMk/>
            <pc:sldMk cId="307901976" sldId="266"/>
            <ac:spMk id="57" creationId="{98C77265-C2E7-FC6F-990A-E5C96475D8CA}"/>
          </ac:spMkLst>
        </pc:spChg>
        <pc:spChg chg="add del">
          <ac:chgData name="Anthony Chan" userId="7edadabc267f9882" providerId="LiveId" clId="{30FF9F93-7666-4FCD-A54F-94E0921A6F3E}" dt="2025-06-13T01:24:06.505" v="2255" actId="478"/>
          <ac:spMkLst>
            <pc:docMk/>
            <pc:sldMk cId="307901976" sldId="266"/>
            <ac:spMk id="60" creationId="{92EAF238-8B70-4B1E-1C0C-D5F016301962}"/>
          </ac:spMkLst>
        </pc:spChg>
        <pc:spChg chg="add del">
          <ac:chgData name="Anthony Chan" userId="7edadabc267f9882" providerId="LiveId" clId="{30FF9F93-7666-4FCD-A54F-94E0921A6F3E}" dt="2025-06-13T01:23:59.406" v="2251" actId="478"/>
          <ac:spMkLst>
            <pc:docMk/>
            <pc:sldMk cId="307901976" sldId="266"/>
            <ac:spMk id="67" creationId="{3FB1497E-C628-49C1-1DFB-C314B2AB4463}"/>
          </ac:spMkLst>
        </pc:spChg>
        <pc:picChg chg="add del mod">
          <ac:chgData name="Anthony Chan" userId="7edadabc267f9882" providerId="LiveId" clId="{30FF9F93-7666-4FCD-A54F-94E0921A6F3E}" dt="2025-06-13T01:25:36.784" v="2293" actId="478"/>
          <ac:picMkLst>
            <pc:docMk/>
            <pc:sldMk cId="307901976" sldId="266"/>
            <ac:picMk id="3" creationId="{B38ABC6D-DB28-4E7A-1D35-137DE5C06BE2}"/>
          </ac:picMkLst>
        </pc:picChg>
        <pc:picChg chg="add del mod">
          <ac:chgData name="Anthony Chan" userId="7edadabc267f9882" providerId="LiveId" clId="{30FF9F93-7666-4FCD-A54F-94E0921A6F3E}" dt="2025-06-13T01:54:52.634" v="2770" actId="478"/>
          <ac:picMkLst>
            <pc:docMk/>
            <pc:sldMk cId="307901976" sldId="266"/>
            <ac:picMk id="4" creationId="{8E662FF2-21FC-E805-D1A9-EADD8AAE8F98}"/>
          </ac:picMkLst>
        </pc:picChg>
        <pc:picChg chg="add del mod">
          <ac:chgData name="Anthony Chan" userId="7edadabc267f9882" providerId="LiveId" clId="{30FF9F93-7666-4FCD-A54F-94E0921A6F3E}" dt="2025-06-13T01:54:58.476" v="2772" actId="478"/>
          <ac:picMkLst>
            <pc:docMk/>
            <pc:sldMk cId="307901976" sldId="266"/>
            <ac:picMk id="8" creationId="{DFE98242-07A2-D1A6-F736-F441BCF4082A}"/>
          </ac:picMkLst>
        </pc:picChg>
        <pc:picChg chg="add del mod">
          <ac:chgData name="Anthony Chan" userId="7edadabc267f9882" providerId="LiveId" clId="{30FF9F93-7666-4FCD-A54F-94E0921A6F3E}" dt="2025-06-13T02:27:52.877" v="3122" actId="478"/>
          <ac:picMkLst>
            <pc:docMk/>
            <pc:sldMk cId="307901976" sldId="266"/>
            <ac:picMk id="10" creationId="{B9610352-76EA-8EBE-A9EC-3F227E621919}"/>
          </ac:picMkLst>
        </pc:picChg>
        <pc:picChg chg="add del mod">
          <ac:chgData name="Anthony Chan" userId="7edadabc267f9882" providerId="LiveId" clId="{30FF9F93-7666-4FCD-A54F-94E0921A6F3E}" dt="2025-06-13T02:38:16.927" v="3349" actId="478"/>
          <ac:picMkLst>
            <pc:docMk/>
            <pc:sldMk cId="307901976" sldId="266"/>
            <ac:picMk id="16" creationId="{F459D8D7-00A0-2484-776D-8A5ED0EF1831}"/>
          </ac:picMkLst>
        </pc:picChg>
        <pc:picChg chg="add del mod">
          <ac:chgData name="Anthony Chan" userId="7edadabc267f9882" providerId="LiveId" clId="{30FF9F93-7666-4FCD-A54F-94E0921A6F3E}" dt="2025-06-13T02:49:58.139" v="3726" actId="478"/>
          <ac:picMkLst>
            <pc:docMk/>
            <pc:sldMk cId="307901976" sldId="266"/>
            <ac:picMk id="29" creationId="{59A0D3D5-EBC9-CAE4-5F0A-337BA26C8C70}"/>
          </ac:picMkLst>
        </pc:picChg>
        <pc:picChg chg="add del mod modCrop">
          <ac:chgData name="Anthony Chan" userId="7edadabc267f9882" providerId="LiveId" clId="{30FF9F93-7666-4FCD-A54F-94E0921A6F3E}" dt="2025-06-13T02:50:28.629" v="3737" actId="478"/>
          <ac:picMkLst>
            <pc:docMk/>
            <pc:sldMk cId="307901976" sldId="266"/>
            <ac:picMk id="31" creationId="{C70A415E-DC87-609C-0E59-0DCF05440659}"/>
          </ac:picMkLst>
        </pc:picChg>
        <pc:picChg chg="add mod modCrop">
          <ac:chgData name="Anthony Chan" userId="7edadabc267f9882" providerId="LiveId" clId="{30FF9F93-7666-4FCD-A54F-94E0921A6F3E}" dt="2025-06-13T02:50:44.476" v="3742" actId="1076"/>
          <ac:picMkLst>
            <pc:docMk/>
            <pc:sldMk cId="307901976" sldId="266"/>
            <ac:picMk id="34" creationId="{5869080A-07BB-4ECA-E40F-3F7778EAA069}"/>
          </ac:picMkLst>
        </pc:picChg>
        <pc:picChg chg="add mod">
          <ac:chgData name="Anthony Chan" userId="7edadabc267f9882" providerId="LiveId" clId="{30FF9F93-7666-4FCD-A54F-94E0921A6F3E}" dt="2025-06-13T02:50:41.723" v="3741" actId="1076"/>
          <ac:picMkLst>
            <pc:docMk/>
            <pc:sldMk cId="307901976" sldId="266"/>
            <ac:picMk id="36" creationId="{0043D1CB-87F4-129E-080C-10DDED7825D9}"/>
          </ac:picMkLst>
        </pc:picChg>
        <pc:cxnChg chg="mod">
          <ac:chgData name="Anthony Chan" userId="7edadabc267f9882" providerId="LiveId" clId="{30FF9F93-7666-4FCD-A54F-94E0921A6F3E}" dt="2025-06-13T01:29:35.661" v="2311" actId="1036"/>
          <ac:cxnSpMkLst>
            <pc:docMk/>
            <pc:sldMk cId="307901976" sldId="266"/>
            <ac:cxnSpMk id="7" creationId="{A8032686-6C75-E072-1655-FFF800BD7A1D}"/>
          </ac:cxnSpMkLst>
        </pc:cxnChg>
        <pc:cxnChg chg="del">
          <ac:chgData name="Anthony Chan" userId="7edadabc267f9882" providerId="LiveId" clId="{30FF9F93-7666-4FCD-A54F-94E0921A6F3E}" dt="2025-06-13T01:24:04.697" v="2254" actId="478"/>
          <ac:cxnSpMkLst>
            <pc:docMk/>
            <pc:sldMk cId="307901976" sldId="266"/>
            <ac:cxnSpMk id="9" creationId="{0C63EA77-5C63-9314-81C9-97FA64F6FD52}"/>
          </ac:cxnSpMkLst>
        </pc:cxnChg>
        <pc:cxnChg chg="add del">
          <ac:chgData name="Anthony Chan" userId="7edadabc267f9882" providerId="LiveId" clId="{30FF9F93-7666-4FCD-A54F-94E0921A6F3E}" dt="2025-06-13T01:23:59.406" v="2251" actId="478"/>
          <ac:cxnSpMkLst>
            <pc:docMk/>
            <pc:sldMk cId="307901976" sldId="266"/>
            <ac:cxnSpMk id="18" creationId="{555A95FC-6636-F481-D328-B30AFDA93D1C}"/>
          </ac:cxnSpMkLst>
        </pc:cxnChg>
        <pc:cxnChg chg="add del">
          <ac:chgData name="Anthony Chan" userId="7edadabc267f9882" providerId="LiveId" clId="{30FF9F93-7666-4FCD-A54F-94E0921A6F3E}" dt="2025-06-13T01:24:02.916" v="2253" actId="478"/>
          <ac:cxnSpMkLst>
            <pc:docMk/>
            <pc:sldMk cId="307901976" sldId="266"/>
            <ac:cxnSpMk id="22" creationId="{243B4CAC-F5EF-BBEC-9ED4-408CBDA95895}"/>
          </ac:cxnSpMkLst>
        </pc:cxnChg>
        <pc:cxnChg chg="del">
          <ac:chgData name="Anthony Chan" userId="7edadabc267f9882" providerId="LiveId" clId="{30FF9F93-7666-4FCD-A54F-94E0921A6F3E}" dt="2025-06-13T01:23:50.290" v="2248" actId="478"/>
          <ac:cxnSpMkLst>
            <pc:docMk/>
            <pc:sldMk cId="307901976" sldId="266"/>
            <ac:cxnSpMk id="32" creationId="{92942D05-2135-4D20-5428-A64BF4A0D6FE}"/>
          </ac:cxnSpMkLst>
        </pc:cxnChg>
      </pc:sldChg>
      <pc:sldChg chg="addSp delSp modSp new mod">
        <pc:chgData name="Anthony Chan" userId="7edadabc267f9882" providerId="LiveId" clId="{30FF9F93-7666-4FCD-A54F-94E0921A6F3E}" dt="2025-06-13T02:39:31.746" v="3385" actId="20577"/>
        <pc:sldMkLst>
          <pc:docMk/>
          <pc:sldMk cId="2546347900" sldId="267"/>
        </pc:sldMkLst>
        <pc:spChg chg="mod">
          <ac:chgData name="Anthony Chan" userId="7edadabc267f9882" providerId="LiveId" clId="{30FF9F93-7666-4FCD-A54F-94E0921A6F3E}" dt="2025-06-13T01:43:15.080" v="2598" actId="20577"/>
          <ac:spMkLst>
            <pc:docMk/>
            <pc:sldMk cId="2546347900" sldId="267"/>
            <ac:spMk id="2" creationId="{9F7C7249-07FB-F5C7-3661-580DA4ED401F}"/>
          </ac:spMkLst>
        </pc:spChg>
        <pc:spChg chg="del">
          <ac:chgData name="Anthony Chan" userId="7edadabc267f9882" providerId="LiveId" clId="{30FF9F93-7666-4FCD-A54F-94E0921A6F3E}" dt="2025-06-13T01:43:52.528" v="2602" actId="478"/>
          <ac:spMkLst>
            <pc:docMk/>
            <pc:sldMk cId="2546347900" sldId="267"/>
            <ac:spMk id="3" creationId="{6F2292D8-5A50-2527-0E3E-6CBE9F2F0399}"/>
          </ac:spMkLst>
        </pc:spChg>
        <pc:spChg chg="add mod">
          <ac:chgData name="Anthony Chan" userId="7edadabc267f9882" providerId="LiveId" clId="{30FF9F93-7666-4FCD-A54F-94E0921A6F3E}" dt="2025-06-13T01:53:13.708" v="2692" actId="1076"/>
          <ac:spMkLst>
            <pc:docMk/>
            <pc:sldMk cId="2546347900" sldId="267"/>
            <ac:spMk id="5" creationId="{31D907FB-FA4A-062E-6CD6-5936F9C469EB}"/>
          </ac:spMkLst>
        </pc:spChg>
        <pc:spChg chg="add mod">
          <ac:chgData name="Anthony Chan" userId="7edadabc267f9882" providerId="LiveId" clId="{30FF9F93-7666-4FCD-A54F-94E0921A6F3E}" dt="2025-06-13T02:39:31.746" v="3385" actId="20577"/>
          <ac:spMkLst>
            <pc:docMk/>
            <pc:sldMk cId="2546347900" sldId="267"/>
            <ac:spMk id="6" creationId="{62CDD00D-A620-68A8-6957-A519ED466146}"/>
          </ac:spMkLst>
        </pc:spChg>
        <pc:picChg chg="add mod">
          <ac:chgData name="Anthony Chan" userId="7edadabc267f9882" providerId="LiveId" clId="{30FF9F93-7666-4FCD-A54F-94E0921A6F3E}" dt="2025-06-13T01:53:07.523" v="2682" actId="1076"/>
          <ac:picMkLst>
            <pc:docMk/>
            <pc:sldMk cId="2546347900" sldId="267"/>
            <ac:picMk id="1026" creationId="{2F9665A7-28EC-27DE-516E-1388E3BD805E}"/>
          </ac:picMkLst>
        </pc:picChg>
      </pc:sldChg>
      <pc:sldChg chg="modSp new mod">
        <pc:chgData name="Anthony Chan" userId="7edadabc267f9882" providerId="LiveId" clId="{30FF9F93-7666-4FCD-A54F-94E0921A6F3E}" dt="2025-06-13T10:06:45.811" v="3761" actId="20577"/>
        <pc:sldMkLst>
          <pc:docMk/>
          <pc:sldMk cId="535621003" sldId="268"/>
        </pc:sldMkLst>
        <pc:spChg chg="mod">
          <ac:chgData name="Anthony Chan" userId="7edadabc267f9882" providerId="LiveId" clId="{30FF9F93-7666-4FCD-A54F-94E0921A6F3E}" dt="2025-06-13T10:06:45.811" v="3761" actId="20577"/>
          <ac:spMkLst>
            <pc:docMk/>
            <pc:sldMk cId="535621003" sldId="268"/>
            <ac:spMk id="2" creationId="{A1075110-674D-B385-DF52-65C93721602D}"/>
          </ac:spMkLst>
        </pc:spChg>
      </pc:sldChg>
      <pc:sldChg chg="modSp new mod">
        <pc:chgData name="Anthony Chan" userId="7edadabc267f9882" providerId="LiveId" clId="{30FF9F93-7666-4FCD-A54F-94E0921A6F3E}" dt="2025-06-13T10:28:51.720" v="4019" actId="20577"/>
        <pc:sldMkLst>
          <pc:docMk/>
          <pc:sldMk cId="3846341921" sldId="269"/>
        </pc:sldMkLst>
        <pc:spChg chg="mod">
          <ac:chgData name="Anthony Chan" userId="7edadabc267f9882" providerId="LiveId" clId="{30FF9F93-7666-4FCD-A54F-94E0921A6F3E}" dt="2025-06-13T10:10:12.147" v="3960" actId="20577"/>
          <ac:spMkLst>
            <pc:docMk/>
            <pc:sldMk cId="3846341921" sldId="269"/>
            <ac:spMk id="2" creationId="{343A33E6-F1C1-2A5D-E822-2146F5C2380E}"/>
          </ac:spMkLst>
        </pc:spChg>
        <pc:spChg chg="mod">
          <ac:chgData name="Anthony Chan" userId="7edadabc267f9882" providerId="LiveId" clId="{30FF9F93-7666-4FCD-A54F-94E0921A6F3E}" dt="2025-06-13T10:28:51.720" v="4019" actId="20577"/>
          <ac:spMkLst>
            <pc:docMk/>
            <pc:sldMk cId="3846341921" sldId="269"/>
            <ac:spMk id="3" creationId="{76CDF049-3EAE-25C6-D78E-DDCEFFDEED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81DFC-852C-4450-B6BB-92D924B6BDB0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6987F-A1BA-4F44-AD20-5596A9D96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95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Wingdings" panose="05000000000000000000" pitchFamily="2" charset="2"/>
              </a:rPr>
              <a:t>ERS&amp;ERD  alpha, beta, mu band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6987F-A1BA-4F44-AD20-5596A9D9611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434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38A0A-5FBA-D794-05D5-751ABDF58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D599B-37E9-36B0-E61A-4BB2EC86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C2E86-A20A-F080-545C-185A0449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F07E3-AF3A-68AB-5546-B9DFC466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2FE0-1ADD-0EDF-B325-A6CE7FB0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09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8B6F8-0BF0-175A-A2CD-222B037B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5565-824A-4EDB-6371-061A53971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E484F-930E-5C39-610E-3D9137E4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C4F93-553C-640F-D4A5-2536E7A3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DDCCB-1EC8-E1A2-D3CA-D5CF2F96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3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E067-A6FD-9FD2-572A-8D5240EB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4A45F-B19C-2A53-7D63-29AEDF18A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71E3C-01DA-6A53-4091-D3DDC771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7DE5C-0D5A-9AA2-D7FB-29A52C245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6D563-1187-F5E7-886E-A556E5EA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08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DF08-CC50-AFAF-78C4-B67A53CF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160D0-09A5-17AB-B461-BD257F251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34145-E50D-36CF-A028-A93663316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041C9-A347-4906-A9EE-554CD5AB4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B7B64-EF0E-0E5C-F96B-F7DFD59A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2A121-782B-7E78-7630-CE704C78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50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EDDD-35C7-7725-E12C-80E416A8C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D8F84-1981-CAD6-250B-BC270AC8A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6EC0B-CC13-F92F-08AF-91CF1F820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C6282-90C9-6E36-AAA5-5503C9CF9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15F62-F77D-9C0F-46BF-A303163FD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4A57E-77FA-5CD1-29CF-51A7E933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ADE81-9FE7-EF8E-D236-6015B8D8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6AD20-2DAB-CF11-B350-0F39CA911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58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44FD-6B51-607A-01B6-563EE3ED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4AC43-C2FD-C42C-A89E-57D86D2EE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C85D-56E5-D7FC-1B4E-FF114C1C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6DF1B-3516-5076-5140-C4717907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42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CCC97D-B856-1EBB-EAF8-06A74ED0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2E0E8-77FA-03CF-FB77-DAF139DC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203BC-C5A6-0009-5E06-67BADCD8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87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B9BC-453C-298A-5E6D-49BCC7EE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8C2E7-D2BC-EE25-BAD3-576F1A9A2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1A283-4150-AC0F-0BB7-46CB47870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8613D-A443-048B-79BB-DE259656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58E70-F9D9-D426-8BAE-C83B6EC8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AE999-5E7F-4F63-4EF8-4C30729D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1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132C-5EF9-C0F7-CFDC-62249D6F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A8A61-17DD-301C-9F13-202AC20A8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FE250-E5DE-F2F0-D99C-E530A4F3E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C0325-2078-099C-EC37-26D5C58E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E9B98-5501-CE77-A400-68D8D61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6DB32-2B1B-B796-73F4-CB0F076F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69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D7B9-C625-FE24-519E-DAB786DC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387CB-79DC-DE5D-ECE8-23A8A035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707B-425D-5E78-EDEB-ED75C9B1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24EA0-C79E-4F86-2E6F-424C5C98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1165E-C50C-BD8A-B352-05B564E0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86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CB245-2CC3-36E5-E358-9616AE6F1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DADD7-0665-6049-99D4-9BEA152A2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EC5B9-D887-616B-9DA6-DF41EBAF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7FF1C-BB9F-E47C-F6EE-FEE6B4A88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73F5-1AAA-8B3D-E13B-F5DFEA6B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20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5C73BA-7578-9D87-CD2F-391A022B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29FBB-CE02-6713-1E35-9CE89C6F3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3D56C-BB84-4672-75AA-6BDCF5275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6227A-DABD-4D38-87A8-A4621FB9DFDB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9DC86-0C12-3899-EE26-26AE03C43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BB5CA-ED17-143F-5DC7-E2FBA7D44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4FD24-1127-454D-8E34-62CFD407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18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5110-674D-B385-DF52-65C9372160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Progress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E6920-CB4E-4BD3-EAD1-DFE8441B7C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621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D6212-502C-A45E-2281-2D235005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1AF68-E512-CED6-B6B3-BBBE60543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Game</a:t>
            </a:r>
          </a:p>
          <a:p>
            <a:r>
              <a:rPr lang="en-US" dirty="0"/>
              <a:t>How to sync between the game/ PC and the raspberry pi</a:t>
            </a:r>
          </a:p>
          <a:p>
            <a:r>
              <a:rPr lang="en-US" dirty="0"/>
              <a:t>Pipeline (solving the baseline problem of the ERD/ERS?)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1171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33E6-F1C1-2A5D-E822-2146F5C2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of the game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DF049-3EAE-25C6-D78E-DDCEFFDEE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GB" dirty="0"/>
              <a:t>Simple reaction time task</a:t>
            </a:r>
          </a:p>
          <a:p>
            <a:pPr>
              <a:buFontTx/>
              <a:buChar char="-"/>
            </a:pPr>
            <a:r>
              <a:rPr lang="en-GB" dirty="0"/>
              <a:t>Serial reaction time task</a:t>
            </a:r>
          </a:p>
          <a:p>
            <a:pPr>
              <a:buFontTx/>
              <a:buChar char="-"/>
            </a:pPr>
            <a:endParaRPr lang="en-GB" dirty="0"/>
          </a:p>
          <a:p>
            <a:pPr>
              <a:buFontTx/>
              <a:buChar char="-"/>
            </a:pPr>
            <a:endParaRPr lang="en-GB" dirty="0"/>
          </a:p>
          <a:p>
            <a:pPr>
              <a:buFontTx/>
              <a:buChar char="-"/>
            </a:pPr>
            <a:endParaRPr lang="en-GB" dirty="0"/>
          </a:p>
          <a:p>
            <a:pPr>
              <a:buFontTx/>
              <a:buChar char="-"/>
            </a:pPr>
            <a:r>
              <a:rPr lang="en-GB" dirty="0"/>
              <a:t>Question:</a:t>
            </a:r>
          </a:p>
          <a:p>
            <a:pPr>
              <a:buFontTx/>
              <a:buChar char="-"/>
            </a:pPr>
            <a:r>
              <a:rPr lang="en-GB" dirty="0"/>
              <a:t>Pattern or random order?</a:t>
            </a:r>
          </a:p>
        </p:txBody>
      </p:sp>
    </p:spTree>
    <p:extLst>
      <p:ext uri="{BB962C8B-B14F-4D97-AF65-F5344CB8AC3E}">
        <p14:creationId xmlns:p14="http://schemas.microsoft.com/office/powerpoint/2010/main" val="384634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C3C0-3501-DED5-62BF-1479674B1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 the game and the EEG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BFEFF-F781-1D7B-0207-80542ED4D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69032"/>
            <a:ext cx="10515600" cy="2177457"/>
          </a:xfrm>
        </p:spPr>
        <p:txBody>
          <a:bodyPr/>
          <a:lstStyle/>
          <a:p>
            <a:r>
              <a:rPr lang="en-US" dirty="0"/>
              <a:t>Possible Method(s)?</a:t>
            </a:r>
          </a:p>
          <a:p>
            <a:pPr lvl="1"/>
            <a:r>
              <a:rPr lang="en-US" dirty="0" err="1"/>
              <a:t>Labjack</a:t>
            </a:r>
            <a:endParaRPr lang="en-US" dirty="0"/>
          </a:p>
          <a:p>
            <a:pPr lvl="1"/>
            <a:r>
              <a:rPr lang="en-US" dirty="0"/>
              <a:t>Lab Streaming Layer (runs over network)</a:t>
            </a:r>
          </a:p>
          <a:p>
            <a:pPr lvl="1"/>
            <a:r>
              <a:rPr lang="en-US" dirty="0"/>
              <a:t>Physical wire (More complicated but less delay)</a:t>
            </a:r>
          </a:p>
          <a:p>
            <a:pPr lvl="1"/>
            <a:r>
              <a:rPr lang="en-US" dirty="0"/>
              <a:t>Clock-sync (between the laptop/PC and the raspberry pi)</a:t>
            </a:r>
          </a:p>
        </p:txBody>
      </p:sp>
      <p:pic>
        <p:nvPicPr>
          <p:cNvPr id="1026" name="Picture 2" descr="EEG">
            <a:extLst>
              <a:ext uri="{FF2B5EF4-FFF2-40B4-BE49-F238E27FC236}">
                <a16:creationId xmlns:a16="http://schemas.microsoft.com/office/drawing/2014/main" id="{7D9A8083-309E-0A66-A8F5-AC03F0825E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30" b="42425"/>
          <a:stretch>
            <a:fillRect/>
          </a:stretch>
        </p:blipFill>
        <p:spPr bwMode="auto">
          <a:xfrm>
            <a:off x="3344269" y="2684394"/>
            <a:ext cx="4819650" cy="43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5DC0F8-F8F4-03C8-B62A-046D1F8D32CE}"/>
              </a:ext>
            </a:extLst>
          </p:cNvPr>
          <p:cNvSpPr txBox="1"/>
          <p:nvPr/>
        </p:nvSpPr>
        <p:spPr>
          <a:xfrm>
            <a:off x="5731880" y="1744023"/>
            <a:ext cx="2340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Input Key</a:t>
            </a:r>
            <a:endParaRPr lang="en-GB" sz="28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CF55B3-756E-BC3F-4EBA-3C2263F88CF1}"/>
              </a:ext>
            </a:extLst>
          </p:cNvPr>
          <p:cNvGrpSpPr/>
          <p:nvPr/>
        </p:nvGrpSpPr>
        <p:grpSpPr>
          <a:xfrm>
            <a:off x="2799781" y="1736086"/>
            <a:ext cx="3359844" cy="978907"/>
            <a:chOff x="3320716" y="333101"/>
            <a:chExt cx="3359844" cy="14333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D28FDA-56FE-99B6-628B-AEB6E4A30F3A}"/>
                </a:ext>
              </a:extLst>
            </p:cNvPr>
            <p:cNvSpPr txBox="1"/>
            <p:nvPr/>
          </p:nvSpPr>
          <p:spPr>
            <a:xfrm flipH="1">
              <a:off x="3320716" y="333101"/>
              <a:ext cx="33598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Target appear</a:t>
              </a:r>
              <a:endParaRPr lang="en-GB" sz="2800" b="1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290E9EF-6ED4-37C5-B7FD-E08F1D28F37D}"/>
                </a:ext>
              </a:extLst>
            </p:cNvPr>
            <p:cNvCxnSpPr>
              <a:cxnSpLocks/>
            </p:cNvCxnSpPr>
            <p:nvPr/>
          </p:nvCxnSpPr>
          <p:spPr>
            <a:xfrm>
              <a:off x="4937013" y="1110818"/>
              <a:ext cx="0" cy="65559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DC97B6-BC21-A4A8-68E5-5A459C8282D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902183" y="2267243"/>
            <a:ext cx="0" cy="4477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19324A7-3869-ECFD-BEF4-D087F3AE0C5E}"/>
              </a:ext>
            </a:extLst>
          </p:cNvPr>
          <p:cNvSpPr/>
          <p:nvPr/>
        </p:nvSpPr>
        <p:spPr>
          <a:xfrm>
            <a:off x="2981405" y="1690688"/>
            <a:ext cx="5440296" cy="69924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A864B2-ACC6-0CEA-5B9A-FA2BD3BB9763}"/>
              </a:ext>
            </a:extLst>
          </p:cNvPr>
          <p:cNvCxnSpPr>
            <a:cxnSpLocks/>
          </p:cNvCxnSpPr>
          <p:nvPr/>
        </p:nvCxnSpPr>
        <p:spPr>
          <a:xfrm>
            <a:off x="2163375" y="2042185"/>
            <a:ext cx="46456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40B205-7C7C-319B-87EF-98D2794B63F2}"/>
              </a:ext>
            </a:extLst>
          </p:cNvPr>
          <p:cNvCxnSpPr>
            <a:cxnSpLocks/>
          </p:cNvCxnSpPr>
          <p:nvPr/>
        </p:nvCxnSpPr>
        <p:spPr>
          <a:xfrm>
            <a:off x="2567499" y="2844727"/>
            <a:ext cx="46456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336C721-24C8-9466-F745-5E3E2AF88CBD}"/>
              </a:ext>
            </a:extLst>
          </p:cNvPr>
          <p:cNvSpPr txBox="1"/>
          <p:nvPr/>
        </p:nvSpPr>
        <p:spPr>
          <a:xfrm>
            <a:off x="424520" y="2429228"/>
            <a:ext cx="1945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PiEEG</a:t>
            </a:r>
            <a:r>
              <a:rPr lang="en-GB" sz="2400" dirty="0"/>
              <a:t>/</a:t>
            </a:r>
          </a:p>
          <a:p>
            <a:r>
              <a:rPr lang="en-GB" sz="2400" dirty="0"/>
              <a:t>Raspberry Pi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77A58F-D9F8-0984-758D-E4FC3D16A615}"/>
              </a:ext>
            </a:extLst>
          </p:cNvPr>
          <p:cNvSpPr txBox="1"/>
          <p:nvPr/>
        </p:nvSpPr>
        <p:spPr>
          <a:xfrm>
            <a:off x="420508" y="1805578"/>
            <a:ext cx="2082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Game/ PC</a:t>
            </a:r>
          </a:p>
        </p:txBody>
      </p:sp>
    </p:spTree>
    <p:extLst>
      <p:ext uri="{BB962C8B-B14F-4D97-AF65-F5344CB8AC3E}">
        <p14:creationId xmlns:p14="http://schemas.microsoft.com/office/powerpoint/2010/main" val="3987048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883A-6670-DBBF-CEEE-3D990222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Solution(?) for the baseline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853B3-98AF-8B1F-6A67-3C45C933D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Absolute/Global Power</a:t>
            </a:r>
          </a:p>
          <a:p>
            <a:r>
              <a:rPr lang="en-US" dirty="0"/>
              <a:t>Connectivity (Coherence, phase lock value, inter-trial coherence) </a:t>
            </a:r>
            <a:r>
              <a:rPr lang="en-US" dirty="0">
                <a:sym typeface="Wingdings" panose="05000000000000000000" pitchFamily="2" charset="2"/>
              </a:rPr>
              <a:t> Combine with the ERS/ERD?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93754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4342</TotalTime>
  <Words>141</Words>
  <Application>Microsoft Office PowerPoint</Application>
  <PresentationFormat>Widescreen</PresentationFormat>
  <Paragraphs>29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Project Progress</vt:lpstr>
      <vt:lpstr>Summary</vt:lpstr>
      <vt:lpstr>Prototype of the game</vt:lpstr>
      <vt:lpstr>Sync the game and the EEG</vt:lpstr>
      <vt:lpstr>Possible Solution(?) for the baseline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Chan</dc:creator>
  <cp:lastModifiedBy>Anthony Chan</cp:lastModifiedBy>
  <cp:revision>7</cp:revision>
  <dcterms:created xsi:type="dcterms:W3CDTF">2025-03-25T18:11:58Z</dcterms:created>
  <dcterms:modified xsi:type="dcterms:W3CDTF">2025-07-11T02:22:36Z</dcterms:modified>
</cp:coreProperties>
</file>
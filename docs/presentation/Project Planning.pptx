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9" r:id="rId4"/>
    <p:sldId id="261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B0CC6-7ABE-47DD-9865-39CE847C3E78}" v="514" dt="2025-03-31T02:46:12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60169" autoAdjust="0"/>
  </p:normalViewPr>
  <p:slideViewPr>
    <p:cSldViewPr snapToGrid="0">
      <p:cViewPr varScale="1">
        <p:scale>
          <a:sx n="66" d="100"/>
          <a:sy n="66" d="100"/>
        </p:scale>
        <p:origin x="23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Chan" userId="7edadabc267f9882" providerId="LiveId" clId="{671B0CC6-7ABE-47DD-9865-39CE847C3E78}"/>
    <pc:docChg chg="undo custSel addSld delSld modSld sldOrd">
      <pc:chgData name="Anthony Chan" userId="7edadabc267f9882" providerId="LiveId" clId="{671B0CC6-7ABE-47DD-9865-39CE847C3E78}" dt="2025-03-31T03:02:59.011" v="3268" actId="20577"/>
      <pc:docMkLst>
        <pc:docMk/>
      </pc:docMkLst>
      <pc:sldChg chg="modSp mod">
        <pc:chgData name="Anthony Chan" userId="7edadabc267f9882" providerId="LiveId" clId="{671B0CC6-7ABE-47DD-9865-39CE847C3E78}" dt="2025-03-28T00:15:13.402" v="2254" actId="1076"/>
        <pc:sldMkLst>
          <pc:docMk/>
          <pc:sldMk cId="1091694241" sldId="256"/>
        </pc:sldMkLst>
        <pc:spChg chg="mod">
          <ac:chgData name="Anthony Chan" userId="7edadabc267f9882" providerId="LiveId" clId="{671B0CC6-7ABE-47DD-9865-39CE847C3E78}" dt="2025-03-28T00:15:13.402" v="2254" actId="1076"/>
          <ac:spMkLst>
            <pc:docMk/>
            <pc:sldMk cId="1091694241" sldId="256"/>
            <ac:spMk id="2" creationId="{F9B976E2-BBD5-D3C9-8A0B-21DA6B707ED5}"/>
          </ac:spMkLst>
        </pc:spChg>
        <pc:spChg chg="mod">
          <ac:chgData name="Anthony Chan" userId="7edadabc267f9882" providerId="LiveId" clId="{671B0CC6-7ABE-47DD-9865-39CE847C3E78}" dt="2025-03-28T00:15:13.402" v="2254" actId="1076"/>
          <ac:spMkLst>
            <pc:docMk/>
            <pc:sldMk cId="1091694241" sldId="256"/>
            <ac:spMk id="3" creationId="{BABE1FBF-45B6-1B95-AD10-68DFCEE86219}"/>
          </ac:spMkLst>
        </pc:spChg>
      </pc:sldChg>
      <pc:sldChg chg="addSp delSp modSp new mod">
        <pc:chgData name="Anthony Chan" userId="7edadabc267f9882" providerId="LiveId" clId="{671B0CC6-7ABE-47DD-9865-39CE847C3E78}" dt="2025-03-30T18:34:30.043" v="2414" actId="478"/>
        <pc:sldMkLst>
          <pc:docMk/>
          <pc:sldMk cId="2776467539" sldId="257"/>
        </pc:sldMkLst>
        <pc:spChg chg="del mod">
          <ac:chgData name="Anthony Chan" userId="7edadabc267f9882" providerId="LiveId" clId="{671B0CC6-7ABE-47DD-9865-39CE847C3E78}" dt="2025-03-30T18:34:30.043" v="2414" actId="478"/>
          <ac:spMkLst>
            <pc:docMk/>
            <pc:sldMk cId="2776467539" sldId="257"/>
            <ac:spMk id="2" creationId="{CE2F3628-C5F8-EEB1-92B4-C6D3CDD14830}"/>
          </ac:spMkLst>
        </pc:spChg>
        <pc:spChg chg="mod">
          <ac:chgData name="Anthony Chan" userId="7edadabc267f9882" providerId="LiveId" clId="{671B0CC6-7ABE-47DD-9865-39CE847C3E78}" dt="2025-03-28T00:15:02.511" v="2253" actId="15"/>
          <ac:spMkLst>
            <pc:docMk/>
            <pc:sldMk cId="2776467539" sldId="257"/>
            <ac:spMk id="3" creationId="{AA7E7FF6-599B-B91D-8B42-34D3F1F8D17F}"/>
          </ac:spMkLst>
        </pc:spChg>
        <pc:spChg chg="add mod">
          <ac:chgData name="Anthony Chan" userId="7edadabc267f9882" providerId="LiveId" clId="{671B0CC6-7ABE-47DD-9865-39CE847C3E78}" dt="2025-03-30T18:34:30.043" v="2414" actId="478"/>
          <ac:spMkLst>
            <pc:docMk/>
            <pc:sldMk cId="2776467539" sldId="257"/>
            <ac:spMk id="5" creationId="{09B40B69-529D-A2DB-F415-07A3E27B5472}"/>
          </ac:spMkLst>
        </pc:spChg>
      </pc:sldChg>
      <pc:sldChg chg="addSp delSp modSp new del mod setBg modNotesTx">
        <pc:chgData name="Anthony Chan" userId="7edadabc267f9882" providerId="LiveId" clId="{671B0CC6-7ABE-47DD-9865-39CE847C3E78}" dt="2025-03-28T14:47:46.017" v="2298" actId="2696"/>
        <pc:sldMkLst>
          <pc:docMk/>
          <pc:sldMk cId="4015430834" sldId="258"/>
        </pc:sldMkLst>
      </pc:sldChg>
      <pc:sldChg chg="addSp delSp modSp new mod modAnim modNotesTx">
        <pc:chgData name="Anthony Chan" userId="7edadabc267f9882" providerId="LiveId" clId="{671B0CC6-7ABE-47DD-9865-39CE847C3E78}" dt="2025-03-31T03:02:59.011" v="3268" actId="20577"/>
        <pc:sldMkLst>
          <pc:docMk/>
          <pc:sldMk cId="2322364326" sldId="259"/>
        </pc:sldMkLst>
        <pc:spChg chg="mod">
          <ac:chgData name="Anthony Chan" userId="7edadabc267f9882" providerId="LiveId" clId="{671B0CC6-7ABE-47DD-9865-39CE847C3E78}" dt="2025-03-31T03:02:59.011" v="3268" actId="20577"/>
          <ac:spMkLst>
            <pc:docMk/>
            <pc:sldMk cId="2322364326" sldId="259"/>
            <ac:spMk id="3" creationId="{CA63FFC1-B99A-8B68-E856-65ADD5FACA8D}"/>
          </ac:spMkLst>
        </pc:spChg>
        <pc:spChg chg="add del">
          <ac:chgData name="Anthony Chan" userId="7edadabc267f9882" providerId="LiveId" clId="{671B0CC6-7ABE-47DD-9865-39CE847C3E78}" dt="2025-03-30T18:35:38.409" v="2429" actId="22"/>
          <ac:spMkLst>
            <pc:docMk/>
            <pc:sldMk cId="2322364326" sldId="259"/>
            <ac:spMk id="4" creationId="{D7FADA66-285F-B17D-7AB6-8F15BC9437C6}"/>
          </ac:spMkLst>
        </pc:spChg>
        <pc:grpChg chg="add mod">
          <ac:chgData name="Anthony Chan" userId="7edadabc267f9882" providerId="LiveId" clId="{671B0CC6-7ABE-47DD-9865-39CE847C3E78}" dt="2025-03-27T23:40:24.475" v="1210" actId="164"/>
          <ac:grpSpMkLst>
            <pc:docMk/>
            <pc:sldMk cId="2322364326" sldId="259"/>
            <ac:grpSpMk id="13" creationId="{81B54441-1993-E442-7BC0-5371932380AA}"/>
          </ac:grpSpMkLst>
        </pc:grpChg>
        <pc:picChg chg="add mod topLvl">
          <ac:chgData name="Anthony Chan" userId="7edadabc267f9882" providerId="LiveId" clId="{671B0CC6-7ABE-47DD-9865-39CE847C3E78}" dt="2025-03-27T23:40:24.475" v="1210" actId="164"/>
          <ac:picMkLst>
            <pc:docMk/>
            <pc:sldMk cId="2322364326" sldId="259"/>
            <ac:picMk id="5" creationId="{5F1A41B1-151E-6817-2D12-F7E06559EB9E}"/>
          </ac:picMkLst>
        </pc:picChg>
        <pc:picChg chg="add mod topLvl">
          <ac:chgData name="Anthony Chan" userId="7edadabc267f9882" providerId="LiveId" clId="{671B0CC6-7ABE-47DD-9865-39CE847C3E78}" dt="2025-03-27T23:40:24.475" v="1210" actId="164"/>
          <ac:picMkLst>
            <pc:docMk/>
            <pc:sldMk cId="2322364326" sldId="259"/>
            <ac:picMk id="7" creationId="{78B4521A-134F-400B-D765-5D8611343609}"/>
          </ac:picMkLst>
        </pc:picChg>
        <pc:picChg chg="add mod topLvl">
          <ac:chgData name="Anthony Chan" userId="7edadabc267f9882" providerId="LiveId" clId="{671B0CC6-7ABE-47DD-9865-39CE847C3E78}" dt="2025-03-27T23:40:24.475" v="1210" actId="164"/>
          <ac:picMkLst>
            <pc:docMk/>
            <pc:sldMk cId="2322364326" sldId="259"/>
            <ac:picMk id="9" creationId="{33500E00-EC17-23BC-8FB6-EB06FCC6DFEF}"/>
          </ac:picMkLst>
        </pc:picChg>
        <pc:picChg chg="add mod topLvl">
          <ac:chgData name="Anthony Chan" userId="7edadabc267f9882" providerId="LiveId" clId="{671B0CC6-7ABE-47DD-9865-39CE847C3E78}" dt="2025-03-27T23:40:24.475" v="1210" actId="164"/>
          <ac:picMkLst>
            <pc:docMk/>
            <pc:sldMk cId="2322364326" sldId="259"/>
            <ac:picMk id="11" creationId="{D15EA26D-5135-BF60-91EA-F2289BC30DE3}"/>
          </ac:picMkLst>
        </pc:picChg>
      </pc:sldChg>
      <pc:sldChg chg="modSp new mod">
        <pc:chgData name="Anthony Chan" userId="7edadabc267f9882" providerId="LiveId" clId="{671B0CC6-7ABE-47DD-9865-39CE847C3E78}" dt="2025-03-27T19:43:41.055" v="645" actId="20577"/>
        <pc:sldMkLst>
          <pc:docMk/>
          <pc:sldMk cId="4270088870" sldId="260"/>
        </pc:sldMkLst>
        <pc:spChg chg="mod">
          <ac:chgData name="Anthony Chan" userId="7edadabc267f9882" providerId="LiveId" clId="{671B0CC6-7ABE-47DD-9865-39CE847C3E78}" dt="2025-03-27T16:52:16.043" v="172" actId="20577"/>
          <ac:spMkLst>
            <pc:docMk/>
            <pc:sldMk cId="4270088870" sldId="260"/>
            <ac:spMk id="2" creationId="{FFE84E3A-F926-9862-9624-D60C504A965C}"/>
          </ac:spMkLst>
        </pc:spChg>
        <pc:spChg chg="mod">
          <ac:chgData name="Anthony Chan" userId="7edadabc267f9882" providerId="LiveId" clId="{671B0CC6-7ABE-47DD-9865-39CE847C3E78}" dt="2025-03-27T19:43:41.055" v="645" actId="20577"/>
          <ac:spMkLst>
            <pc:docMk/>
            <pc:sldMk cId="4270088870" sldId="260"/>
            <ac:spMk id="3" creationId="{F81DBFFC-51CF-F8C5-FD97-162CB7789EBF}"/>
          </ac:spMkLst>
        </pc:spChg>
      </pc:sldChg>
      <pc:sldChg chg="addSp delSp modSp new del mod modNotesTx">
        <pc:chgData name="Anthony Chan" userId="7edadabc267f9882" providerId="LiveId" clId="{671B0CC6-7ABE-47DD-9865-39CE847C3E78}" dt="2025-03-28T14:54:25.395" v="2413" actId="2696"/>
        <pc:sldMkLst>
          <pc:docMk/>
          <pc:sldMk cId="1138013267" sldId="261"/>
        </pc:sldMkLst>
      </pc:sldChg>
      <pc:sldChg chg="addSp delSp modSp add mod modAnim modNotesTx">
        <pc:chgData name="Anthony Chan" userId="7edadabc267f9882" providerId="LiveId" clId="{671B0CC6-7ABE-47DD-9865-39CE847C3E78}" dt="2025-03-31T02:53:34.646" v="2999" actId="20577"/>
        <pc:sldMkLst>
          <pc:docMk/>
          <pc:sldMk cId="2212001403" sldId="261"/>
        </pc:sldMkLst>
        <pc:spChg chg="mod">
          <ac:chgData name="Anthony Chan" userId="7edadabc267f9882" providerId="LiveId" clId="{671B0CC6-7ABE-47DD-9865-39CE847C3E78}" dt="2025-03-31T02:53:34.646" v="2999" actId="20577"/>
          <ac:spMkLst>
            <pc:docMk/>
            <pc:sldMk cId="2212001403" sldId="261"/>
            <ac:spMk id="3" creationId="{1B5616BA-27FD-5C72-128E-13532B639F9B}"/>
          </ac:spMkLst>
        </pc:spChg>
        <pc:grpChg chg="del">
          <ac:chgData name="Anthony Chan" userId="7edadabc267f9882" providerId="LiveId" clId="{671B0CC6-7ABE-47DD-9865-39CE847C3E78}" dt="2025-03-30T18:35:47.513" v="2431" actId="478"/>
          <ac:grpSpMkLst>
            <pc:docMk/>
            <pc:sldMk cId="2212001403" sldId="261"/>
            <ac:grpSpMk id="13" creationId="{C99579B9-76B9-0495-DC82-F0B7A2CA8979}"/>
          </ac:grpSpMkLst>
        </pc:grpChg>
        <pc:picChg chg="add mod">
          <ac:chgData name="Anthony Chan" userId="7edadabc267f9882" providerId="LiveId" clId="{671B0CC6-7ABE-47DD-9865-39CE847C3E78}" dt="2025-03-31T02:43:00.674" v="2871" actId="1035"/>
          <ac:picMkLst>
            <pc:docMk/>
            <pc:sldMk cId="2212001403" sldId="261"/>
            <ac:picMk id="2" creationId="{1FC07F27-12C7-7E48-27D5-27B63C746E5C}"/>
          </ac:picMkLst>
        </pc:picChg>
        <pc:picChg chg="add mod">
          <ac:chgData name="Anthony Chan" userId="7edadabc267f9882" providerId="LiveId" clId="{671B0CC6-7ABE-47DD-9865-39CE847C3E78}" dt="2025-03-31T02:43:00.674" v="2871" actId="1035"/>
          <ac:picMkLst>
            <pc:docMk/>
            <pc:sldMk cId="2212001403" sldId="261"/>
            <ac:picMk id="4" creationId="{8D536E48-1755-727B-E930-5D010261803B}"/>
          </ac:picMkLst>
        </pc:picChg>
        <pc:picChg chg="add del mod">
          <ac:chgData name="Anthony Chan" userId="7edadabc267f9882" providerId="LiveId" clId="{671B0CC6-7ABE-47DD-9865-39CE847C3E78}" dt="2025-03-31T00:09:24.436" v="2722" actId="478"/>
          <ac:picMkLst>
            <pc:docMk/>
            <pc:sldMk cId="2212001403" sldId="261"/>
            <ac:picMk id="1026" creationId="{FA0706FE-DB20-F090-EE17-9D11D451D509}"/>
          </ac:picMkLst>
        </pc:picChg>
      </pc:sldChg>
      <pc:sldChg chg="addSp delSp modSp new mod ord">
        <pc:chgData name="Anthony Chan" userId="7edadabc267f9882" providerId="LiveId" clId="{671B0CC6-7ABE-47DD-9865-39CE847C3E78}" dt="2025-03-31T02:59:05.736" v="3174" actId="20577"/>
        <pc:sldMkLst>
          <pc:docMk/>
          <pc:sldMk cId="2154827032" sldId="262"/>
        </pc:sldMkLst>
        <pc:spChg chg="del">
          <ac:chgData name="Anthony Chan" userId="7edadabc267f9882" providerId="LiveId" clId="{671B0CC6-7ABE-47DD-9865-39CE847C3E78}" dt="2025-03-31T01:27:06.086" v="2730" actId="478"/>
          <ac:spMkLst>
            <pc:docMk/>
            <pc:sldMk cId="2154827032" sldId="262"/>
            <ac:spMk id="2" creationId="{596F393F-8E3D-BCF6-2A2C-E47B6411380D}"/>
          </ac:spMkLst>
        </pc:spChg>
        <pc:spChg chg="del">
          <ac:chgData name="Anthony Chan" userId="7edadabc267f9882" providerId="LiveId" clId="{671B0CC6-7ABE-47DD-9865-39CE847C3E78}" dt="2025-03-31T01:27:04.500" v="2729" actId="478"/>
          <ac:spMkLst>
            <pc:docMk/>
            <pc:sldMk cId="2154827032" sldId="262"/>
            <ac:spMk id="3" creationId="{C6222E72-C6DA-17D9-9504-00D006EBC2B2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10" creationId="{7BED0B3D-922B-D6BE-2D62-55DB65416C5C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11" creationId="{BB2E026B-D1FD-0F3F-FFB3-82F96B4D1C66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16" creationId="{ED7C98DC-E24B-0D7D-6982-5595B0B06327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17" creationId="{49C57E01-5B9D-10AB-19E4-93568725A9B4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22" creationId="{2E1007C6-A263-EB5E-4234-0E4F8C2340B5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23" creationId="{EED09C40-793E-2980-0A42-9A314AE7CF4A}"/>
          </ac:spMkLst>
        </pc:spChg>
        <pc:spChg chg="add mod">
          <ac:chgData name="Anthony Chan" userId="7edadabc267f9882" providerId="LiveId" clId="{671B0CC6-7ABE-47DD-9865-39CE847C3E78}" dt="2025-03-31T02:46:38.662" v="2957" actId="1036"/>
          <ac:spMkLst>
            <pc:docMk/>
            <pc:sldMk cId="2154827032" sldId="262"/>
            <ac:spMk id="24" creationId="{DDFDE1F3-3EAB-83D8-1F6C-3FDE01F7AC80}"/>
          </ac:spMkLst>
        </pc:spChg>
        <pc:spChg chg="add mod">
          <ac:chgData name="Anthony Chan" userId="7edadabc267f9882" providerId="LiveId" clId="{671B0CC6-7ABE-47DD-9865-39CE847C3E78}" dt="2025-03-31T02:59:05.736" v="3174" actId="20577"/>
          <ac:spMkLst>
            <pc:docMk/>
            <pc:sldMk cId="2154827032" sldId="262"/>
            <ac:spMk id="26" creationId="{2F4906D1-D834-762C-0C62-7B1BE0E91F2F}"/>
          </ac:spMkLst>
        </pc:spChg>
        <pc:spChg chg="add mod">
          <ac:chgData name="Anthony Chan" userId="7edadabc267f9882" providerId="LiveId" clId="{671B0CC6-7ABE-47DD-9865-39CE847C3E78}" dt="2025-03-31T02:46:22.542" v="2906" actId="20577"/>
          <ac:spMkLst>
            <pc:docMk/>
            <pc:sldMk cId="2154827032" sldId="262"/>
            <ac:spMk id="27" creationId="{18A09037-2FC8-44FA-B705-B62117CE98E3}"/>
          </ac:spMkLst>
        </pc:spChg>
        <pc:grpChg chg="add del mod">
          <ac:chgData name="Anthony Chan" userId="7edadabc267f9882" providerId="LiveId" clId="{671B0CC6-7ABE-47DD-9865-39CE847C3E78}" dt="2025-03-31T01:27:15.532" v="2734" actId="165"/>
          <ac:grpSpMkLst>
            <pc:docMk/>
            <pc:sldMk cId="2154827032" sldId="262"/>
            <ac:grpSpMk id="4" creationId="{C841EFC7-D778-E938-DD25-58232CA6A627}"/>
          </ac:grpSpMkLst>
        </pc:grpChg>
        <pc:grpChg chg="add mod">
          <ac:chgData name="Anthony Chan" userId="7edadabc267f9882" providerId="LiveId" clId="{671B0CC6-7ABE-47DD-9865-39CE847C3E78}" dt="2025-03-31T02:36:28.812" v="2814" actId="1076"/>
          <ac:grpSpMkLst>
            <pc:docMk/>
            <pc:sldMk cId="2154827032" sldId="262"/>
            <ac:grpSpMk id="9" creationId="{3645D9F9-BEA0-2DF3-36BF-47E47BF99CC8}"/>
          </ac:grpSpMkLst>
        </pc:grpChg>
        <pc:picChg chg="del mod topLvl">
          <ac:chgData name="Anthony Chan" userId="7edadabc267f9882" providerId="LiveId" clId="{671B0CC6-7ABE-47DD-9865-39CE847C3E78}" dt="2025-03-31T02:05:08.911" v="2781" actId="478"/>
          <ac:picMkLst>
            <pc:docMk/>
            <pc:sldMk cId="2154827032" sldId="262"/>
            <ac:picMk id="5" creationId="{4B0B87B2-06C7-D024-AA62-F851EFE3B5E5}"/>
          </ac:picMkLst>
        </pc:picChg>
        <pc:picChg chg="mod topLvl">
          <ac:chgData name="Anthony Chan" userId="7edadabc267f9882" providerId="LiveId" clId="{671B0CC6-7ABE-47DD-9865-39CE847C3E78}" dt="2025-03-31T01:27:53.459" v="2749" actId="164"/>
          <ac:picMkLst>
            <pc:docMk/>
            <pc:sldMk cId="2154827032" sldId="262"/>
            <ac:picMk id="6" creationId="{CFFAE5DB-618C-F683-5D3B-148E9E2C801A}"/>
          </ac:picMkLst>
        </pc:picChg>
        <pc:picChg chg="mod topLvl">
          <ac:chgData name="Anthony Chan" userId="7edadabc267f9882" providerId="LiveId" clId="{671B0CC6-7ABE-47DD-9865-39CE847C3E78}" dt="2025-03-31T01:27:53.459" v="2749" actId="164"/>
          <ac:picMkLst>
            <pc:docMk/>
            <pc:sldMk cId="2154827032" sldId="262"/>
            <ac:picMk id="7" creationId="{D08F6D7C-0F4B-7248-F28A-3A23A68158B9}"/>
          </ac:picMkLst>
        </pc:picChg>
        <pc:picChg chg="mod topLvl">
          <ac:chgData name="Anthony Chan" userId="7edadabc267f9882" providerId="LiveId" clId="{671B0CC6-7ABE-47DD-9865-39CE847C3E78}" dt="2025-03-31T01:27:53.459" v="2749" actId="164"/>
          <ac:picMkLst>
            <pc:docMk/>
            <pc:sldMk cId="2154827032" sldId="262"/>
            <ac:picMk id="8" creationId="{B1B40D2D-1016-AA64-44CC-7150AFB78109}"/>
          </ac:picMkLst>
        </pc:picChg>
        <pc:picChg chg="add mod">
          <ac:chgData name="Anthony Chan" userId="7edadabc267f9882" providerId="LiveId" clId="{671B0CC6-7ABE-47DD-9865-39CE847C3E78}" dt="2025-03-31T02:38:55.543" v="2856" actId="1076"/>
          <ac:picMkLst>
            <pc:docMk/>
            <pc:sldMk cId="2154827032" sldId="262"/>
            <ac:picMk id="13" creationId="{E35DA246-1EE9-5A00-4505-B72198F33069}"/>
          </ac:picMkLst>
        </pc:picChg>
        <pc:picChg chg="add mod">
          <ac:chgData name="Anthony Chan" userId="7edadabc267f9882" providerId="LiveId" clId="{671B0CC6-7ABE-47DD-9865-39CE847C3E78}" dt="2025-03-31T02:46:38.662" v="2957" actId="1036"/>
          <ac:picMkLst>
            <pc:docMk/>
            <pc:sldMk cId="2154827032" sldId="262"/>
            <ac:picMk id="15" creationId="{74F6F508-25A1-D2E8-0D04-0CCC3FB9CC15}"/>
          </ac:picMkLst>
        </pc:picChg>
        <pc:picChg chg="add mod">
          <ac:chgData name="Anthony Chan" userId="7edadabc267f9882" providerId="LiveId" clId="{671B0CC6-7ABE-47DD-9865-39CE847C3E78}" dt="2025-03-31T02:46:38.662" v="2957" actId="1036"/>
          <ac:picMkLst>
            <pc:docMk/>
            <pc:sldMk cId="2154827032" sldId="262"/>
            <ac:picMk id="19" creationId="{9B4EDD8B-8D89-9ECD-34E1-6A9C1EBBBAE5}"/>
          </ac:picMkLst>
        </pc:picChg>
        <pc:picChg chg="add mod">
          <ac:chgData name="Anthony Chan" userId="7edadabc267f9882" providerId="LiveId" clId="{671B0CC6-7ABE-47DD-9865-39CE847C3E78}" dt="2025-03-31T02:46:38.662" v="2957" actId="1036"/>
          <ac:picMkLst>
            <pc:docMk/>
            <pc:sldMk cId="2154827032" sldId="262"/>
            <ac:picMk id="21" creationId="{96AD60A9-AEBE-74AE-A989-4576812E948B}"/>
          </ac:picMkLst>
        </pc:picChg>
      </pc:sldChg>
      <pc:sldChg chg="modSp new del mod">
        <pc:chgData name="Anthony Chan" userId="7edadabc267f9882" providerId="LiveId" clId="{671B0CC6-7ABE-47DD-9865-39CE847C3E78}" dt="2025-03-27T23:41:31.423" v="1227" actId="47"/>
        <pc:sldMkLst>
          <pc:docMk/>
          <pc:sldMk cId="3142074427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81DFC-852C-4450-B6BB-92D924B6BDB0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6987F-A1BA-4F44-AD20-5596A9D96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95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could get the spatial information/ the function brain network from the fMRI imaging. It is, however, slow. It could not get the temporal information which is important to know the processing time.</a:t>
            </a:r>
          </a:p>
          <a:p>
            <a:endParaRPr lang="en-US" dirty="0"/>
          </a:p>
          <a:p>
            <a:pPr marL="0" marR="0">
              <a:buNone/>
            </a:pPr>
            <a:r>
              <a:rPr lang="en-US" sz="1200" dirty="0">
                <a:effectLst/>
                <a:latin typeface="Calibri" panose="020F0502020204030204" pitchFamily="34" charset="0"/>
              </a:rPr>
              <a:t>Does multisensory affect the temporal difference?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Calibri" panose="020F0502020204030204" pitchFamily="34" charset="0"/>
              </a:rPr>
              <a:t>Does sequential actions affect the temporal difference?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Calibri" panose="020F0502020204030204" pitchFamily="34" charset="0"/>
              </a:rPr>
              <a:t>Does sequential different action affect the temporal difference?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Calibri" panose="020F0502020204030204" pitchFamily="34" charset="0"/>
              </a:rPr>
              <a:t>Does Attention affect the temporal difference between different sensory stimuli?</a:t>
            </a:r>
          </a:p>
          <a:p>
            <a:pPr marL="0" marR="0"/>
            <a:r>
              <a:rPr lang="en-US" sz="1200" dirty="0">
                <a:effectLst/>
                <a:latin typeface="Calibri" panose="020F0502020204030204" pitchFamily="34" charset="0"/>
              </a:rPr>
              <a:t>Will the information from the other cortex region be useful to retrieve the constraint to focus strongly in imaging the movement?</a:t>
            </a:r>
          </a:p>
          <a:p>
            <a:endParaRPr lang="en-GB" dirty="0"/>
          </a:p>
          <a:p>
            <a:endParaRPr lang="en-GB" dirty="0"/>
          </a:p>
          <a:p>
            <a:r>
              <a:rPr lang="en-US" b="1" dirty="0"/>
              <a:t>Functional Neurological Disorder (FND)</a:t>
            </a:r>
            <a:r>
              <a:rPr lang="en-US" dirty="0"/>
              <a:t> is a condition where the brain has trouble sending and receiving signals properly, even though there’s no damage to the brain or nerves that doctors can see on scans.</a:t>
            </a:r>
          </a:p>
          <a:p>
            <a:endParaRPr lang="en-US" dirty="0"/>
          </a:p>
          <a:p>
            <a:r>
              <a:rPr lang="en-US" b="1" dirty="0"/>
              <a:t>Multiple Sclerosis (MS)</a:t>
            </a:r>
            <a:r>
              <a:rPr lang="en-US" dirty="0"/>
              <a:t> is a condition where the body’s </a:t>
            </a:r>
            <a:r>
              <a:rPr lang="en-US" b="1" dirty="0"/>
              <a:t>immune system attacks the protective covering</a:t>
            </a:r>
            <a:r>
              <a:rPr lang="en-US" dirty="0"/>
              <a:t> (called </a:t>
            </a:r>
            <a:r>
              <a:rPr lang="en-US" i="1" dirty="0"/>
              <a:t>myelin</a:t>
            </a:r>
            <a:r>
              <a:rPr lang="en-US" dirty="0"/>
              <a:t>) around the nerves in the brain and spinal cord.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6987F-A1BA-4F44-AD20-5596A9D9611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76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3A95-822E-02AD-5A9D-AA653812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1495B-1281-E02D-86FD-5DA5FB382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573BE-F1B9-FFF3-4475-2586F11E2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67973-AF7B-F8B4-2373-D5379F1DE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6987F-A1BA-4F44-AD20-5596A9D9611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99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8A0A-5FBA-D794-05D5-751ABDF58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599B-37E9-36B0-E61A-4BB2EC86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C2E86-A20A-F080-545C-185A0449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07E3-AF3A-68AB-5546-B9DFC466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2FE0-1ADD-0EDF-B325-A6CE7FB0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09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B6F8-0BF0-175A-A2CD-222B037B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5565-824A-4EDB-6371-061A53971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E484F-930E-5C39-610E-3D9137E4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C4F93-553C-640F-D4A5-2536E7A3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DDCCB-1EC8-E1A2-D3CA-D5CF2F96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3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E067-A6FD-9FD2-572A-8D5240EB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4A45F-B19C-2A53-7D63-29AEDF18A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71E3C-01DA-6A53-4091-D3DDC771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DE5C-0D5A-9AA2-D7FB-29A52C24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6D563-1187-F5E7-886E-A556E5EA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08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DF08-CC50-AFAF-78C4-B67A53CF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60D0-09A5-17AB-B461-BD257F251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34145-E50D-36CF-A028-A93663316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041C9-A347-4906-A9EE-554CD5AB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B7B64-EF0E-0E5C-F96B-F7DFD59A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2A121-782B-7E78-7630-CE704C78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50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EDDD-35C7-7725-E12C-80E416A8C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D8F84-1981-CAD6-250B-BC270AC8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6EC0B-CC13-F92F-08AF-91CF1F820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C6282-90C9-6E36-AAA5-5503C9CF9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15F62-F77D-9C0F-46BF-A303163FD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4A57E-77FA-5CD1-29CF-51A7E933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ADE81-9FE7-EF8E-D236-6015B8D8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6AD20-2DAB-CF11-B350-0F39CA91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58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44FD-6B51-607A-01B6-563EE3ED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4AC43-C2FD-C42C-A89E-57D86D2EE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C85D-56E5-D7FC-1B4E-FF114C1C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6DF1B-3516-5076-5140-C4717907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42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CC97D-B856-1EBB-EAF8-06A74ED0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2E0E8-77FA-03CF-FB77-DAF139DC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203BC-C5A6-0009-5E06-67BADCD8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8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B9BC-453C-298A-5E6D-49BCC7EE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C2E7-D2BC-EE25-BAD3-576F1A9A2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1A283-4150-AC0F-0BB7-46CB47870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8613D-A443-048B-79BB-DE259656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58E70-F9D9-D426-8BAE-C83B6EC8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AE999-5E7F-4F63-4EF8-4C30729D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1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132C-5EF9-C0F7-CFDC-62249D6F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A8A61-17DD-301C-9F13-202AC20A8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FE250-E5DE-F2F0-D99C-E530A4F3E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C0325-2078-099C-EC37-26D5C58E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E9B98-5501-CE77-A400-68D8D61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6DB32-2B1B-B796-73F4-CB0F076F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69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D7B9-C625-FE24-519E-DAB786DC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387CB-79DC-DE5D-ECE8-23A8A03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707B-425D-5E78-EDEB-ED75C9B1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24EA0-C79E-4F86-2E6F-424C5C98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1165E-C50C-BD8A-B352-05B564E0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86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CB245-2CC3-36E5-E358-9616AE6F1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DADD7-0665-6049-99D4-9BEA152A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EC5B9-D887-616B-9DA6-DF41EBAF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7FF1C-BB9F-E47C-F6EE-FEE6B4A88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73F5-1AAA-8B3D-E13B-F5DFEA6B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20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C73BA-7578-9D87-CD2F-391A022B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29FBB-CE02-6713-1E35-9CE89C6F3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3D56C-BB84-4672-75AA-6BDCF5275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6227A-DABD-4D38-87A8-A4621FB9DFDB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DC86-0C12-3899-EE26-26AE03C43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B5CA-ED17-143F-5DC7-E2FBA7D44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8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image" Target="../media/image16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vUaLwE18h4?feature=oembed" TargetMode="Externa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76E2-BBD5-D3C9-8A0B-21DA6B707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3288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Investigating the Temporal Dynamics of EEG Signals in Sequential Sensorimotor Action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E1FBF-45B6-1B95-AD10-68DFCEE86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2963"/>
            <a:ext cx="9144000" cy="679166"/>
          </a:xfrm>
        </p:spPr>
        <p:txBody>
          <a:bodyPr>
            <a:normAutofit/>
          </a:bodyPr>
          <a:lstStyle/>
          <a:p>
            <a:r>
              <a:rPr lang="en-US" sz="1600" dirty="0"/>
              <a:t>MSc Individual Project Planning</a:t>
            </a:r>
            <a:br>
              <a:rPr lang="en-GB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09169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645D9F9-BEA0-2DF3-36BF-47E47BF99CC8}"/>
              </a:ext>
            </a:extLst>
          </p:cNvPr>
          <p:cNvGrpSpPr/>
          <p:nvPr/>
        </p:nvGrpSpPr>
        <p:grpSpPr>
          <a:xfrm>
            <a:off x="830386" y="1820971"/>
            <a:ext cx="2010201" cy="1825077"/>
            <a:chOff x="1265389" y="471661"/>
            <a:chExt cx="2420389" cy="2197490"/>
          </a:xfrm>
        </p:grpSpPr>
        <p:pic>
          <p:nvPicPr>
            <p:cNvPr id="6" name="Graphic 5" descr="Raised hand with solid fill">
              <a:extLst>
                <a:ext uri="{FF2B5EF4-FFF2-40B4-BE49-F238E27FC236}">
                  <a16:creationId xmlns:a16="http://schemas.microsoft.com/office/drawing/2014/main" id="{CFFAE5DB-618C-F683-5D3B-148E9E2C8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5103" y="471661"/>
              <a:ext cx="1140675" cy="1140675"/>
            </a:xfrm>
            <a:prstGeom prst="rect">
              <a:avLst/>
            </a:prstGeom>
          </p:spPr>
        </p:pic>
        <p:pic>
          <p:nvPicPr>
            <p:cNvPr id="7" name="Graphic 6" descr="Ear with solid fill">
              <a:extLst>
                <a:ext uri="{FF2B5EF4-FFF2-40B4-BE49-F238E27FC236}">
                  <a16:creationId xmlns:a16="http://schemas.microsoft.com/office/drawing/2014/main" id="{D08F6D7C-0F4B-7248-F28A-3A23A6815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5389" y="617133"/>
              <a:ext cx="1645028" cy="1645028"/>
            </a:xfrm>
            <a:prstGeom prst="rect">
              <a:avLst/>
            </a:prstGeom>
          </p:spPr>
        </p:pic>
        <p:pic>
          <p:nvPicPr>
            <p:cNvPr id="8" name="Graphic 7" descr="Eye with solid fill">
              <a:extLst>
                <a:ext uri="{FF2B5EF4-FFF2-40B4-BE49-F238E27FC236}">
                  <a16:creationId xmlns:a16="http://schemas.microsoft.com/office/drawing/2014/main" id="{B1B40D2D-1016-AA64-44CC-7150AFB78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06112" y="1754751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BED0B3D-922B-D6BE-2D62-55DB65416C5C}"/>
              </a:ext>
            </a:extLst>
          </p:cNvPr>
          <p:cNvSpPr txBox="1"/>
          <p:nvPr/>
        </p:nvSpPr>
        <p:spPr>
          <a:xfrm>
            <a:off x="1397563" y="3735455"/>
            <a:ext cx="1443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Stimulus</a:t>
            </a:r>
            <a:endParaRPr lang="en-GB" sz="2400" b="1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B2E026B-D1FD-0F3F-FFB3-82F96B4D1C66}"/>
              </a:ext>
            </a:extLst>
          </p:cNvPr>
          <p:cNvSpPr/>
          <p:nvPr/>
        </p:nvSpPr>
        <p:spPr>
          <a:xfrm>
            <a:off x="3060978" y="2593141"/>
            <a:ext cx="728391" cy="3503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 descr="Stopwatch 75% with solid fill">
            <a:extLst>
              <a:ext uri="{FF2B5EF4-FFF2-40B4-BE49-F238E27FC236}">
                <a16:creationId xmlns:a16="http://schemas.microsoft.com/office/drawing/2014/main" id="{E35DA246-1EE9-5A00-4505-B72198F330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33448" y="4863475"/>
            <a:ext cx="1678927" cy="1678927"/>
          </a:xfrm>
          <a:prstGeom prst="rect">
            <a:avLst/>
          </a:prstGeom>
        </p:spPr>
      </p:pic>
      <p:pic>
        <p:nvPicPr>
          <p:cNvPr id="15" name="Graphic 14" descr="Right And Left Brain with solid fill">
            <a:extLst>
              <a:ext uri="{FF2B5EF4-FFF2-40B4-BE49-F238E27FC236}">
                <a16:creationId xmlns:a16="http://schemas.microsoft.com/office/drawing/2014/main" id="{74F6F508-25A1-D2E8-0D04-0CCC3FB9CC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9760" y="1765929"/>
            <a:ext cx="1717964" cy="17179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7C98DC-E24B-0D7D-6982-5595B0B06327}"/>
              </a:ext>
            </a:extLst>
          </p:cNvPr>
          <p:cNvSpPr txBox="1"/>
          <p:nvPr/>
        </p:nvSpPr>
        <p:spPr>
          <a:xfrm>
            <a:off x="3707943" y="3735455"/>
            <a:ext cx="2321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Sensory Cortex</a:t>
            </a:r>
            <a:endParaRPr lang="en-GB" sz="2400" b="1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9C57E01-5B9D-10AB-19E4-93568725A9B4}"/>
              </a:ext>
            </a:extLst>
          </p:cNvPr>
          <p:cNvSpPr/>
          <p:nvPr/>
        </p:nvSpPr>
        <p:spPr>
          <a:xfrm>
            <a:off x="5948115" y="2593140"/>
            <a:ext cx="728391" cy="3503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Graphic 18" descr="Head with gears with solid fill">
            <a:extLst>
              <a:ext uri="{FF2B5EF4-FFF2-40B4-BE49-F238E27FC236}">
                <a16:creationId xmlns:a16="http://schemas.microsoft.com/office/drawing/2014/main" id="{9B4EDD8B-8D89-9ECD-34E1-6A9C1EBBBA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96897" y="2083929"/>
            <a:ext cx="1368805" cy="1368805"/>
          </a:xfrm>
          <a:prstGeom prst="rect">
            <a:avLst/>
          </a:prstGeom>
        </p:spPr>
      </p:pic>
      <p:pic>
        <p:nvPicPr>
          <p:cNvPr id="21" name="Graphic 20" descr="Protecting hand with solid fill">
            <a:extLst>
              <a:ext uri="{FF2B5EF4-FFF2-40B4-BE49-F238E27FC236}">
                <a16:creationId xmlns:a16="http://schemas.microsoft.com/office/drawing/2014/main" id="{96AD60A9-AEBE-74AE-A989-4576812E94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34875" y="1969761"/>
            <a:ext cx="1597145" cy="1597145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2E1007C6-A263-EB5E-4234-0E4F8C2340B5}"/>
              </a:ext>
            </a:extLst>
          </p:cNvPr>
          <p:cNvSpPr/>
          <p:nvPr/>
        </p:nvSpPr>
        <p:spPr>
          <a:xfrm>
            <a:off x="8486093" y="2593138"/>
            <a:ext cx="728391" cy="3503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D09C40-793E-2980-0A42-9A314AE7CF4A}"/>
              </a:ext>
            </a:extLst>
          </p:cNvPr>
          <p:cNvSpPr txBox="1"/>
          <p:nvPr/>
        </p:nvSpPr>
        <p:spPr>
          <a:xfrm>
            <a:off x="6576665" y="3735454"/>
            <a:ext cx="2009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Motor Cortex</a:t>
            </a:r>
            <a:endParaRPr lang="en-GB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FDE1F3-3EAB-83D8-1F6C-3FDE01F7AC80}"/>
              </a:ext>
            </a:extLst>
          </p:cNvPr>
          <p:cNvSpPr txBox="1"/>
          <p:nvPr/>
        </p:nvSpPr>
        <p:spPr>
          <a:xfrm>
            <a:off x="9609718" y="3735453"/>
            <a:ext cx="124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Actions</a:t>
            </a:r>
            <a:endParaRPr lang="en-GB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4906D1-D834-762C-0C62-7B1BE0E91F2F}"/>
              </a:ext>
            </a:extLst>
          </p:cNvPr>
          <p:cNvSpPr txBox="1"/>
          <p:nvPr/>
        </p:nvSpPr>
        <p:spPr>
          <a:xfrm>
            <a:off x="838200" y="4863475"/>
            <a:ext cx="684094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Determine motor </a:t>
            </a:r>
            <a:r>
              <a:rPr lang="en-GB" sz="2000" b="1" dirty="0"/>
              <a:t>action</a:t>
            </a:r>
            <a:r>
              <a:rPr lang="en-GB" sz="1800" dirty="0"/>
              <a:t> based on </a:t>
            </a:r>
            <a:r>
              <a:rPr lang="en-GB" sz="2000" b="1" dirty="0"/>
              <a:t>sensory</a:t>
            </a:r>
            <a:r>
              <a:rPr lang="en-GB" sz="1800" dirty="0"/>
              <a:t>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How does the sensory information translate to motor action?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How long does it take to process?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Does the </a:t>
            </a:r>
            <a:r>
              <a:rPr lang="en-GB" b="1" dirty="0"/>
              <a:t>processing time</a:t>
            </a:r>
            <a:r>
              <a:rPr lang="en-GB" dirty="0"/>
              <a:t> related to the </a:t>
            </a:r>
            <a:r>
              <a:rPr lang="en-GB" b="1" dirty="0"/>
              <a:t>complexity of the action</a:t>
            </a:r>
            <a:r>
              <a:rPr lang="en-GB" dirty="0"/>
              <a:t>?  And help determine which action will be done</a:t>
            </a:r>
            <a:endParaRPr lang="en-GB" sz="1800" dirty="0"/>
          </a:p>
        </p:txBody>
      </p:sp>
      <p:sp>
        <p:nvSpPr>
          <p:cNvPr id="27" name="Title 4">
            <a:extLst>
              <a:ext uri="{FF2B5EF4-FFF2-40B4-BE49-F238E27FC236}">
                <a16:creationId xmlns:a16="http://schemas.microsoft.com/office/drawing/2014/main" id="{18A09037-2FC8-44FA-B705-B62117CE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Multi-sensorimotor Action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82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FFC1-B99A-8B68-E856-65ADD5FAC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11" y="635668"/>
            <a:ext cx="6532714" cy="5586664"/>
          </a:xfrm>
        </p:spPr>
        <p:txBody>
          <a:bodyPr>
            <a:normAutofit lnSpcReduction="10000"/>
          </a:bodyPr>
          <a:lstStyle/>
          <a:p>
            <a:endParaRPr lang="en-GB" sz="2000" dirty="0"/>
          </a:p>
          <a:p>
            <a:pPr marL="0" indent="0">
              <a:buNone/>
            </a:pPr>
            <a:r>
              <a:rPr lang="en-GB" b="1" dirty="0"/>
              <a:t>Research Questions</a:t>
            </a:r>
          </a:p>
          <a:p>
            <a:r>
              <a:rPr lang="en-US" sz="2000" b="1" dirty="0"/>
              <a:t>What would affect the processing time/temporal dynamics? </a:t>
            </a:r>
          </a:p>
          <a:p>
            <a:pPr lvl="1"/>
            <a:r>
              <a:rPr lang="en-US" sz="1600" dirty="0">
                <a:effectLst/>
                <a:latin typeface="Calibri" panose="020F0502020204030204" pitchFamily="34" charset="0"/>
              </a:rPr>
              <a:t>Multisensory</a:t>
            </a:r>
          </a:p>
          <a:p>
            <a:pPr lvl="1"/>
            <a:r>
              <a:rPr lang="en-US" sz="1600" dirty="0">
                <a:effectLst/>
                <a:latin typeface="Calibri" panose="020F0502020204030204" pitchFamily="34" charset="0"/>
              </a:rPr>
              <a:t>Sequential Actions</a:t>
            </a:r>
          </a:p>
          <a:p>
            <a:pPr lvl="1"/>
            <a:r>
              <a:rPr lang="en-US" sz="1600" dirty="0">
                <a:effectLst/>
                <a:latin typeface="Calibri" panose="020F0502020204030204" pitchFamily="34" charset="0"/>
              </a:rPr>
              <a:t>Different Actions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</a:rPr>
              <a:t>Attention</a:t>
            </a:r>
            <a:endParaRPr lang="en-US" sz="1600" dirty="0"/>
          </a:p>
          <a:p>
            <a:r>
              <a:rPr lang="en-US" sz="2000" b="1" dirty="0">
                <a:effectLst/>
                <a:latin typeface="Calibri" panose="020F0502020204030204" pitchFamily="34" charset="0"/>
              </a:rPr>
              <a:t>Will the temporal information be useful to improve the motor imagery-based Brain </a:t>
            </a:r>
            <a:r>
              <a:rPr lang="en-US" sz="2000" b="1">
                <a:effectLst/>
                <a:latin typeface="Calibri" panose="020F0502020204030204" pitchFamily="34" charset="0"/>
              </a:rPr>
              <a:t>Computer Interface (BCI)?</a:t>
            </a:r>
            <a:endParaRPr lang="en-US" sz="2000" b="1" dirty="0">
              <a:effectLst/>
              <a:latin typeface="Calibri" panose="020F0502020204030204" pitchFamily="34" charset="0"/>
            </a:endParaRPr>
          </a:p>
          <a:p>
            <a:endParaRPr lang="en-GB" sz="2000" dirty="0"/>
          </a:p>
          <a:p>
            <a:pPr marL="0" indent="0">
              <a:buNone/>
            </a:pPr>
            <a:r>
              <a:rPr lang="en-GB" b="1" dirty="0"/>
              <a:t>Applications</a:t>
            </a:r>
          </a:p>
          <a:p>
            <a:r>
              <a:rPr lang="en-US" sz="2000" b="1" dirty="0"/>
              <a:t>Clinical diagnosis </a:t>
            </a:r>
          </a:p>
          <a:p>
            <a:pPr lvl="1"/>
            <a:r>
              <a:rPr lang="en-US" sz="1600" dirty="0"/>
              <a:t>Functional neurological disorder (FND)</a:t>
            </a:r>
          </a:p>
          <a:p>
            <a:pPr lvl="1"/>
            <a:r>
              <a:rPr lang="en-US" sz="1600" dirty="0"/>
              <a:t>Multiple sclerosis (MS)</a:t>
            </a:r>
          </a:p>
          <a:p>
            <a:r>
              <a:rPr lang="en-US" sz="2000" b="1" dirty="0"/>
              <a:t>Motor Imagery(MI)-based BCI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B54441-1993-E442-7BC0-5371932380AA}"/>
              </a:ext>
            </a:extLst>
          </p:cNvPr>
          <p:cNvGrpSpPr/>
          <p:nvPr/>
        </p:nvGrpSpPr>
        <p:grpSpPr>
          <a:xfrm>
            <a:off x="7551889" y="1492705"/>
            <a:ext cx="3895800" cy="4448892"/>
            <a:chOff x="7551889" y="1492705"/>
            <a:chExt cx="3895800" cy="4448892"/>
          </a:xfrm>
        </p:grpSpPr>
        <p:pic>
          <p:nvPicPr>
            <p:cNvPr id="5" name="Graphic 4" descr="Head with gears outline">
              <a:extLst>
                <a:ext uri="{FF2B5EF4-FFF2-40B4-BE49-F238E27FC236}">
                  <a16:creationId xmlns:a16="http://schemas.microsoft.com/office/drawing/2014/main" id="{5F1A41B1-151E-6817-2D12-F7E06559E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02928" y="2054424"/>
              <a:ext cx="3169897" cy="3169897"/>
            </a:xfrm>
            <a:prstGeom prst="rect">
              <a:avLst/>
            </a:prstGeom>
          </p:spPr>
        </p:pic>
        <p:pic>
          <p:nvPicPr>
            <p:cNvPr id="7" name="Graphic 6" descr="Raised hand with solid fill">
              <a:extLst>
                <a:ext uri="{FF2B5EF4-FFF2-40B4-BE49-F238E27FC236}">
                  <a16:creationId xmlns:a16="http://schemas.microsoft.com/office/drawing/2014/main" id="{78B4521A-134F-400B-D765-5D8611343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32150" y="1492705"/>
              <a:ext cx="1140675" cy="1140675"/>
            </a:xfrm>
            <a:prstGeom prst="rect">
              <a:avLst/>
            </a:prstGeom>
          </p:spPr>
        </p:pic>
        <p:pic>
          <p:nvPicPr>
            <p:cNvPr id="9" name="Graphic 8" descr="Ear with solid fill">
              <a:extLst>
                <a:ext uri="{FF2B5EF4-FFF2-40B4-BE49-F238E27FC236}">
                  <a16:creationId xmlns:a16="http://schemas.microsoft.com/office/drawing/2014/main" id="{33500E00-EC17-23BC-8FB6-EB06FCC6D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51889" y="4296569"/>
              <a:ext cx="1645028" cy="1645028"/>
            </a:xfrm>
            <a:prstGeom prst="rect">
              <a:avLst/>
            </a:prstGeom>
          </p:spPr>
        </p:pic>
        <p:pic>
          <p:nvPicPr>
            <p:cNvPr id="11" name="Graphic 10" descr="Eye with solid fill">
              <a:extLst>
                <a:ext uri="{FF2B5EF4-FFF2-40B4-BE49-F238E27FC236}">
                  <a16:creationId xmlns:a16="http://schemas.microsoft.com/office/drawing/2014/main" id="{D15EA26D-5135-BF60-91EA-F2289BC30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33289" y="363937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236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5979-EC52-71E0-37D4-D0BCC06B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616BA-27FD-5C72-128E-13532B639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166" y="490194"/>
            <a:ext cx="10677668" cy="558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Electrode Placement</a:t>
            </a:r>
          </a:p>
          <a:p>
            <a:r>
              <a:rPr lang="en-GB" sz="1800" dirty="0"/>
              <a:t>Visual Cortex (Occipital Region), Temporal Region, Sensorimotor Cortex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2400" b="1" dirty="0"/>
              <a:t>Evoked Signals (testing)</a:t>
            </a:r>
          </a:p>
          <a:p>
            <a:r>
              <a:rPr lang="en-GB" sz="1800" dirty="0"/>
              <a:t>Steady-State VEP, Motion-Onset VEP, Auditory Brainstem Response</a:t>
            </a:r>
          </a:p>
          <a:p>
            <a:r>
              <a:rPr lang="en-GB" sz="1800" dirty="0"/>
              <a:t>Event-related (De)synchronization (ERD/ERS)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Experiment (Game) (IOS/PC?) [Could be used for testing BCI]</a:t>
            </a:r>
          </a:p>
        </p:txBody>
      </p:sp>
      <p:pic>
        <p:nvPicPr>
          <p:cNvPr id="2" name="Online Media 1" title="near perfect attempt for rhythm game in repair event -zzz">
            <a:hlinkClick r:id="" action="ppaction://media"/>
            <a:extLst>
              <a:ext uri="{FF2B5EF4-FFF2-40B4-BE49-F238E27FC236}">
                <a16:creationId xmlns:a16="http://schemas.microsoft.com/office/drawing/2014/main" id="{1FC07F27-12C7-7E48-27D5-27B63C746E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756566" y="3916858"/>
            <a:ext cx="4460176" cy="2520000"/>
          </a:xfrm>
          <a:prstGeom prst="rect">
            <a:avLst/>
          </a:prstGeom>
        </p:spPr>
      </p:pic>
      <p:pic>
        <p:nvPicPr>
          <p:cNvPr id="4" name="Picture 2" descr="7 Fun Ways To Get Better At Rhythm And Keeping A Beat ⋆ Chromatic Dreamers">
            <a:extLst>
              <a:ext uri="{FF2B5EF4-FFF2-40B4-BE49-F238E27FC236}">
                <a16:creationId xmlns:a16="http://schemas.microsoft.com/office/drawing/2014/main" id="{8D536E48-1755-727B-E930-5D0102618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34" y="3916858"/>
            <a:ext cx="4480001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00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E7FF6-599B-B91D-8B42-34D3F1F8D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to identify the sensory-related EEG signal?</a:t>
            </a:r>
          </a:p>
          <a:p>
            <a:pPr lvl="1"/>
            <a:r>
              <a:rPr lang="en-GB" dirty="0"/>
              <a:t>ERD/ERS, SSVEP/Motion-Onset VEP</a:t>
            </a:r>
          </a:p>
          <a:p>
            <a:pPr lvl="1"/>
            <a:r>
              <a:rPr lang="en-GB" dirty="0"/>
              <a:t>Any existing multisensory paradigm/setup?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B40B69-529D-A2DB-F415-07A3E27B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46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4E3A-F926-9862-9624-D60C504A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Setup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DBFFC-51CF-F8C5-FD97-162CB7789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App: advantage (allow haptic feedback)</a:t>
            </a:r>
          </a:p>
          <a:p>
            <a:r>
              <a:rPr lang="en-GB" dirty="0"/>
              <a:t>Software: Could be easier </a:t>
            </a:r>
          </a:p>
          <a:p>
            <a:endParaRPr lang="en-GB" dirty="0"/>
          </a:p>
          <a:p>
            <a:r>
              <a:rPr lang="en-GB" dirty="0"/>
              <a:t>STAGE 2 </a:t>
            </a:r>
          </a:p>
          <a:p>
            <a:r>
              <a:rPr lang="en-GB" dirty="0"/>
              <a:t>BCI</a:t>
            </a:r>
          </a:p>
          <a:p>
            <a:r>
              <a:rPr lang="en-GB" dirty="0"/>
              <a:t>Reduce delay?</a:t>
            </a:r>
          </a:p>
        </p:txBody>
      </p:sp>
    </p:spTree>
    <p:extLst>
      <p:ext uri="{BB962C8B-B14F-4D97-AF65-F5344CB8AC3E}">
        <p14:creationId xmlns:p14="http://schemas.microsoft.com/office/powerpoint/2010/main" val="427008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2217</TotalTime>
  <Words>390</Words>
  <Application>Microsoft Office PowerPoint</Application>
  <PresentationFormat>Widescreen</PresentationFormat>
  <Paragraphs>57</Paragraphs>
  <Slides>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Investigating the Temporal Dynamics of EEG Signals in Sequential Sensorimotor Action</vt:lpstr>
      <vt:lpstr>Multi-sensorimotor Action </vt:lpstr>
      <vt:lpstr>PowerPoint Presentation</vt:lpstr>
      <vt:lpstr>PowerPoint Presentation</vt:lpstr>
      <vt:lpstr>PowerPoint Presentation</vt:lpstr>
      <vt:lpstr>Experiment Setup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Chan</dc:creator>
  <cp:lastModifiedBy>Anthony Chan</cp:lastModifiedBy>
  <cp:revision>1</cp:revision>
  <dcterms:created xsi:type="dcterms:W3CDTF">2025-03-25T18:11:58Z</dcterms:created>
  <dcterms:modified xsi:type="dcterms:W3CDTF">2025-03-31T03:02:59Z</dcterms:modified>
</cp:coreProperties>
</file>
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2F3532-6503-4753-90F0-287A673EA5E3}" v="34" dt="2025-07-27T19:53:35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Chan" userId="7edadabc267f9882" providerId="LiveId" clId="{B52F3532-6503-4753-90F0-287A673EA5E3}"/>
    <pc:docChg chg="undo custSel addSld modSld">
      <pc:chgData name="Anthony Chan" userId="7edadabc267f9882" providerId="LiveId" clId="{B52F3532-6503-4753-90F0-287A673EA5E3}" dt="2025-07-29T15:56:07.378" v="1145" actId="20577"/>
      <pc:docMkLst>
        <pc:docMk/>
      </pc:docMkLst>
      <pc:sldChg chg="modSp mod">
        <pc:chgData name="Anthony Chan" userId="7edadabc267f9882" providerId="LiveId" clId="{B52F3532-6503-4753-90F0-287A673EA5E3}" dt="2025-07-27T17:47:43.533" v="226" actId="20577"/>
        <pc:sldMkLst>
          <pc:docMk/>
          <pc:sldMk cId="3741896518" sldId="257"/>
        </pc:sldMkLst>
        <pc:spChg chg="mod">
          <ac:chgData name="Anthony Chan" userId="7edadabc267f9882" providerId="LiveId" clId="{B52F3532-6503-4753-90F0-287A673EA5E3}" dt="2025-07-27T17:47:43.533" v="226" actId="20577"/>
          <ac:spMkLst>
            <pc:docMk/>
            <pc:sldMk cId="3741896518" sldId="257"/>
            <ac:spMk id="3" creationId="{60E3571D-161F-3013-EDB9-3618202AA07D}"/>
          </ac:spMkLst>
        </pc:spChg>
      </pc:sldChg>
      <pc:sldChg chg="modSp mod">
        <pc:chgData name="Anthony Chan" userId="7edadabc267f9882" providerId="LiveId" clId="{B52F3532-6503-4753-90F0-287A673EA5E3}" dt="2025-07-27T17:24:59.212" v="222"/>
        <pc:sldMkLst>
          <pc:docMk/>
          <pc:sldMk cId="28305721" sldId="258"/>
        </pc:sldMkLst>
        <pc:spChg chg="mod">
          <ac:chgData name="Anthony Chan" userId="7edadabc267f9882" providerId="LiveId" clId="{B52F3532-6503-4753-90F0-287A673EA5E3}" dt="2025-07-27T17:24:59.212" v="222"/>
          <ac:spMkLst>
            <pc:docMk/>
            <pc:sldMk cId="28305721" sldId="258"/>
            <ac:spMk id="3" creationId="{61BD9743-45E7-A836-5C56-63E304DD7B16}"/>
          </ac:spMkLst>
        </pc:spChg>
      </pc:sldChg>
      <pc:sldChg chg="modSp new mod">
        <pc:chgData name="Anthony Chan" userId="7edadabc267f9882" providerId="LiveId" clId="{B52F3532-6503-4753-90F0-287A673EA5E3}" dt="2025-07-29T15:56:07.378" v="1145" actId="20577"/>
        <pc:sldMkLst>
          <pc:docMk/>
          <pc:sldMk cId="387486992" sldId="259"/>
        </pc:sldMkLst>
        <pc:spChg chg="mod">
          <ac:chgData name="Anthony Chan" userId="7edadabc267f9882" providerId="LiveId" clId="{B52F3532-6503-4753-90F0-287A673EA5E3}" dt="2025-07-29T15:56:07.378" v="1145" actId="20577"/>
          <ac:spMkLst>
            <pc:docMk/>
            <pc:sldMk cId="387486992" sldId="259"/>
            <ac:spMk id="3" creationId="{233356DC-FE3F-ED7B-2077-E3CDB37D57F3}"/>
          </ac:spMkLst>
        </pc:spChg>
      </pc:sldChg>
      <pc:sldChg chg="addSp delSp modSp new mod">
        <pc:chgData name="Anthony Chan" userId="7edadabc267f9882" providerId="LiveId" clId="{B52F3532-6503-4753-90F0-287A673EA5E3}" dt="2025-07-27T20:22:49.078" v="1134" actId="20577"/>
        <pc:sldMkLst>
          <pc:docMk/>
          <pc:sldMk cId="2165669669" sldId="260"/>
        </pc:sldMkLst>
        <pc:spChg chg="mod">
          <ac:chgData name="Anthony Chan" userId="7edadabc267f9882" providerId="LiveId" clId="{B52F3532-6503-4753-90F0-287A673EA5E3}" dt="2025-07-27T18:17:32.696" v="256" actId="20577"/>
          <ac:spMkLst>
            <pc:docMk/>
            <pc:sldMk cId="2165669669" sldId="260"/>
            <ac:spMk id="2" creationId="{955DD4A9-54B5-209B-48E0-F9C6DE601C17}"/>
          </ac:spMkLst>
        </pc:spChg>
        <pc:spChg chg="add mod">
          <ac:chgData name="Anthony Chan" userId="7edadabc267f9882" providerId="LiveId" clId="{B52F3532-6503-4753-90F0-287A673EA5E3}" dt="2025-07-27T18:36:19.754" v="309" actId="20577"/>
          <ac:spMkLst>
            <pc:docMk/>
            <pc:sldMk cId="2165669669" sldId="260"/>
            <ac:spMk id="6" creationId="{14A8B2E0-256D-310B-20C4-E5476874BC86}"/>
          </ac:spMkLst>
        </pc:spChg>
        <pc:spChg chg="add mod">
          <ac:chgData name="Anthony Chan" userId="7edadabc267f9882" providerId="LiveId" clId="{B52F3532-6503-4753-90F0-287A673EA5E3}" dt="2025-07-27T18:36:49.577" v="324" actId="20577"/>
          <ac:spMkLst>
            <pc:docMk/>
            <pc:sldMk cId="2165669669" sldId="260"/>
            <ac:spMk id="7" creationId="{59E255CC-B299-C360-3741-138F9E6FBEB4}"/>
          </ac:spMkLst>
        </pc:spChg>
        <pc:spChg chg="add mod">
          <ac:chgData name="Anthony Chan" userId="7edadabc267f9882" providerId="LiveId" clId="{B52F3532-6503-4753-90F0-287A673EA5E3}" dt="2025-07-27T19:23:11.742" v="485" actId="20577"/>
          <ac:spMkLst>
            <pc:docMk/>
            <pc:sldMk cId="2165669669" sldId="260"/>
            <ac:spMk id="8" creationId="{A75202FF-D389-100F-B215-AE1AB9DF4E34}"/>
          </ac:spMkLst>
        </pc:spChg>
        <pc:spChg chg="add mod">
          <ac:chgData name="Anthony Chan" userId="7edadabc267f9882" providerId="LiveId" clId="{B52F3532-6503-4753-90F0-287A673EA5E3}" dt="2025-07-27T19:22:54.709" v="482" actId="1076"/>
          <ac:spMkLst>
            <pc:docMk/>
            <pc:sldMk cId="2165669669" sldId="260"/>
            <ac:spMk id="10" creationId="{C63932FE-CCE4-0A30-D016-633AD07BA873}"/>
          </ac:spMkLst>
        </pc:spChg>
        <pc:spChg chg="add mod">
          <ac:chgData name="Anthony Chan" userId="7edadabc267f9882" providerId="LiveId" clId="{B52F3532-6503-4753-90F0-287A673EA5E3}" dt="2025-07-27T19:37:06.072" v="821" actId="27636"/>
          <ac:spMkLst>
            <pc:docMk/>
            <pc:sldMk cId="2165669669" sldId="260"/>
            <ac:spMk id="12" creationId="{7CDF71AC-091E-45D6-08BB-CFDFCCA9CC62}"/>
          </ac:spMkLst>
        </pc:spChg>
        <pc:spChg chg="add mod">
          <ac:chgData name="Anthony Chan" userId="7edadabc267f9882" providerId="LiveId" clId="{B52F3532-6503-4753-90F0-287A673EA5E3}" dt="2025-07-27T19:36:15.278" v="817" actId="20577"/>
          <ac:spMkLst>
            <pc:docMk/>
            <pc:sldMk cId="2165669669" sldId="260"/>
            <ac:spMk id="14" creationId="{C4B353F7-E255-EE7C-01A5-AE4FAFEE7594}"/>
          </ac:spMkLst>
        </pc:spChg>
        <pc:spChg chg="add mod">
          <ac:chgData name="Anthony Chan" userId="7edadabc267f9882" providerId="LiveId" clId="{B52F3532-6503-4753-90F0-287A673EA5E3}" dt="2025-07-27T20:13:53.208" v="1123" actId="20577"/>
          <ac:spMkLst>
            <pc:docMk/>
            <pc:sldMk cId="2165669669" sldId="260"/>
            <ac:spMk id="15" creationId="{DC36A11C-C873-C6A1-C56F-D9846594ABB8}"/>
          </ac:spMkLst>
        </pc:spChg>
        <pc:spChg chg="add mod">
          <ac:chgData name="Anthony Chan" userId="7edadabc267f9882" providerId="LiveId" clId="{B52F3532-6503-4753-90F0-287A673EA5E3}" dt="2025-07-27T20:22:49.078" v="1134" actId="20577"/>
          <ac:spMkLst>
            <pc:docMk/>
            <pc:sldMk cId="2165669669" sldId="260"/>
            <ac:spMk id="24" creationId="{1669FE16-2BA8-2D19-BB52-21646B828F29}"/>
          </ac:spMkLst>
        </pc:spChg>
        <pc:cxnChg chg="add mod">
          <ac:chgData name="Anthony Chan" userId="7edadabc267f9882" providerId="LiveId" clId="{B52F3532-6503-4753-90F0-287A673EA5E3}" dt="2025-07-27T19:22:58.073" v="483" actId="14100"/>
          <ac:cxnSpMkLst>
            <pc:docMk/>
            <pc:sldMk cId="2165669669" sldId="260"/>
            <ac:cxnSpMk id="5" creationId="{7EFA3E25-139C-81D7-B5B1-1F3AA887C66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B8C66-5BCC-7404-A641-793FDB4E8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B060A-E41E-62AD-8849-D365984EA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18A8E-C8B5-ACD5-730C-0FCBEAF2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6F92B-B45E-CEFD-37F9-015FED52A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23573-9643-EAF3-B4D1-84A3FAE9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57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E8895-FC28-D19D-81B8-CEB7C8B0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5F95-0EB3-13AB-DD83-FEE9253E3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8577F-69D6-3717-D19E-3F4CAA4B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ABEAD-3301-DFC0-7EE6-985FF906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696C2-E2A0-52E3-243D-B2B4944A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085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F809-A05C-0120-832C-E3B21627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FD12E-232C-2577-CBC7-0DECA3465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FDA6E-F054-5029-7D2A-3BC3600B9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F603A-B1AB-46F4-D638-D438C9DF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AA730-86F6-6CF3-383C-EBB8F9F44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397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C103-FA49-2BFB-B6BA-B1DCC149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FF1EE-279F-6E1E-476A-6BA9634E5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0ADBD-22C4-DC24-FA45-430D4782A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8D056-76CC-6E89-7F34-E8D12A81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89740-E565-289B-8099-F65A5BDAC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BABA2-13E2-73F2-8850-FC27A157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583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D26AE-CBB3-A742-DD2F-2274ADB0A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C230F-FEE9-3B0D-21B9-6155D677A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5D819-828D-B02A-DF4A-BBDD122C3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DEF85-26E5-C434-4495-E2DC47587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7BED98-E061-51C8-9963-5F54C9EDC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3FFD5-A1BA-5F0B-F787-B3656049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930B8D-2110-2256-A4BF-002F6591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BB11F-F9E1-CDED-86E9-BC03DE35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77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9B76-82B0-5876-CD7F-2AB442B6B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A99B8-AACB-7B18-B3DB-89F8484B2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CD107-48A2-38F9-AD53-BA85F239D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D4F63-917B-6084-CD79-4B3E90067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54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007240-A7D9-AA7B-551F-505F7F5F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357F98-FAB0-95CC-26C9-4FFCA0564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74E85-D74B-6B70-CC29-2B874B9E3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5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0E70-E6FA-EECD-04A2-04964DB3A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D84C2-6EAE-035C-2A32-D9FDD87E3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21C62-7DFB-576B-EB5D-5F4156662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8D833-B217-FA71-E603-CEE3F22C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32786-FF89-020B-1352-879B7DC2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1AFB7-994D-2A5E-0CAB-7687238C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11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A10C-7DE0-5709-E4DF-136B38925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BC5DC5-7387-A150-8335-4C6B77C24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70D74-B9A8-123C-35B2-E686928DB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01647-673E-B448-39AF-32F2C1D89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9D3AC-17FB-26AA-BC2D-07CB51F8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086EB-5E7A-626B-7B97-4BD71CA6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16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9136-0FB0-CDEF-853C-7701221D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E8A3C-5E2C-D073-130F-47F84BC6F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A7CBE-CFBA-D758-EB65-BB376471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5CAA6-DA79-C8C9-9D3D-723358E6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FFF91-5691-81ED-4BC4-66CFA3AA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71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B30C50-1902-A844-CC9D-4265EF2A97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0A297-4858-0FAC-ACA9-015B1733C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396C7-6BE4-BDF0-B78E-074AEED0A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7BF7F-F482-E0A5-3E3F-80CD445B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A2F5E-58C2-727C-FFDC-1B3FFF29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7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54111E-1D0C-5F6D-DA9C-62F068902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AEDC0-D1DD-E40A-E35D-DECD18D29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9A7C5-7DFB-0DE7-88C9-51141299D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136CA-B280-4678-9934-7198080FA23E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6A20D-A80B-34B6-8037-9F91D8675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AC8A-21E9-7485-72AF-8466C67D0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CCA98-8D72-43FD-93D1-10F386FAB9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20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CE8E-C72D-E7C7-BFAB-D7D70F5D3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B194B-1B05-98C0-2FE0-5DE3DA877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484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BCB94-23C5-C58C-ED50-5D31A0525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Motor imagery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571D-161F-3013-EDB9-3618202AA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Multisensory-cued</a:t>
            </a:r>
          </a:p>
          <a:p>
            <a:r>
              <a:rPr lang="en-GB" dirty="0"/>
              <a:t>Algorithm (combining)</a:t>
            </a:r>
          </a:p>
          <a:p>
            <a:r>
              <a:rPr lang="en-GB" dirty="0"/>
              <a:t>Sequence motor imagery</a:t>
            </a:r>
          </a:p>
        </p:txBody>
      </p:sp>
    </p:spTree>
    <p:extLst>
      <p:ext uri="{BB962C8B-B14F-4D97-AF65-F5344CB8AC3E}">
        <p14:creationId xmlns:p14="http://schemas.microsoft.com/office/powerpoint/2010/main" val="374189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24788-156D-F875-B5E1-5618A36E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9743-45E7-A836-5C56-63E304DD7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Multisensory-cued -&gt; train -&gt; test (real-time with some algorithm)</a:t>
            </a:r>
          </a:p>
          <a:p>
            <a:pPr lvl="1"/>
            <a:r>
              <a:rPr lang="en-GB" dirty="0"/>
              <a:t>Things to do prepare</a:t>
            </a:r>
          </a:p>
          <a:p>
            <a:pPr lvl="2"/>
            <a:r>
              <a:rPr lang="en-GB" dirty="0"/>
              <a:t>The game</a:t>
            </a:r>
          </a:p>
          <a:p>
            <a:pPr lvl="3"/>
            <a:r>
              <a:rPr lang="en-GB" dirty="0"/>
              <a:t>Consider: </a:t>
            </a:r>
            <a:r>
              <a:rPr lang="en-GB" dirty="0" err="1"/>
              <a:t>color</a:t>
            </a:r>
            <a:r>
              <a:rPr lang="en-GB" dirty="0"/>
              <a:t> blindness, fixation point </a:t>
            </a:r>
          </a:p>
          <a:p>
            <a:pPr lvl="2"/>
            <a:r>
              <a:rPr lang="en-GB" dirty="0"/>
              <a:t>The data acquisition</a:t>
            </a:r>
          </a:p>
          <a:p>
            <a:pPr lvl="3"/>
            <a:r>
              <a:rPr lang="en-GB" dirty="0"/>
              <a:t>Band-pass 0.5-40, band-stop(notch) at 50Hz</a:t>
            </a:r>
          </a:p>
          <a:p>
            <a:pPr lvl="3"/>
            <a:r>
              <a:rPr lang="en-GB" dirty="0"/>
              <a:t>Re-referencing: Common average or linked-mastoid</a:t>
            </a:r>
          </a:p>
          <a:p>
            <a:pPr lvl="3"/>
            <a:r>
              <a:rPr lang="en-GB" dirty="0"/>
              <a:t>Epoch extraction: how long is the time window post-cue?</a:t>
            </a:r>
          </a:p>
          <a:p>
            <a:pPr lvl="3"/>
            <a:r>
              <a:rPr lang="en-GB" dirty="0"/>
              <a:t>Sampling rate</a:t>
            </a:r>
          </a:p>
          <a:p>
            <a:pPr lvl="3"/>
            <a:r>
              <a:rPr lang="en-GB" dirty="0" err="1"/>
              <a:t>downsample</a:t>
            </a:r>
            <a:r>
              <a:rPr lang="en-GB" dirty="0"/>
              <a:t>&gt;?</a:t>
            </a:r>
          </a:p>
          <a:p>
            <a:pPr lvl="3"/>
            <a:r>
              <a:rPr lang="en-GB" dirty="0"/>
              <a:t>Artifact removal: ICA, NPD(non-parametric directionality)[volume conduction</a:t>
            </a:r>
            <a:r>
              <a:rPr lang="en-US" altLang="zh-TW" dirty="0"/>
              <a:t>], CAR</a:t>
            </a:r>
            <a:endParaRPr lang="en-GB" dirty="0"/>
          </a:p>
          <a:p>
            <a:pPr lvl="2"/>
            <a:r>
              <a:rPr lang="en-GB" dirty="0"/>
              <a:t>The algorithm</a:t>
            </a:r>
          </a:p>
          <a:p>
            <a:pPr lvl="3"/>
            <a:r>
              <a:rPr lang="en-GB" dirty="0"/>
              <a:t>Feature extraction </a:t>
            </a:r>
            <a:r>
              <a:rPr lang="en-US" altLang="zh-TW" dirty="0"/>
              <a:t>(CSP</a:t>
            </a:r>
            <a:endParaRPr lang="en-GB" dirty="0"/>
          </a:p>
          <a:p>
            <a:pPr lvl="2"/>
            <a:r>
              <a:rPr lang="en-GB" dirty="0"/>
              <a:t>Performance metrics</a:t>
            </a:r>
          </a:p>
          <a:p>
            <a:pPr lvl="3"/>
            <a:r>
              <a:rPr lang="en-GB" dirty="0"/>
              <a:t>Classification accuracy</a:t>
            </a:r>
          </a:p>
          <a:p>
            <a:pPr lvl="3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05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D4A9-54B5-209B-48E0-F9C6DE601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 (Setup)</a:t>
            </a: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FA3E25-139C-81D7-B5B1-1F3AA887C667}"/>
              </a:ext>
            </a:extLst>
          </p:cNvPr>
          <p:cNvCxnSpPr>
            <a:cxnSpLocks/>
          </p:cNvCxnSpPr>
          <p:nvPr/>
        </p:nvCxnSpPr>
        <p:spPr>
          <a:xfrm>
            <a:off x="1637731" y="3609833"/>
            <a:ext cx="798886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4A8B2E0-256D-310B-20C4-E5476874BC86}"/>
              </a:ext>
            </a:extLst>
          </p:cNvPr>
          <p:cNvSpPr/>
          <p:nvPr/>
        </p:nvSpPr>
        <p:spPr>
          <a:xfrm>
            <a:off x="1637731" y="2781300"/>
            <a:ext cx="1656000" cy="73659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Fixation Cross (Baseline): 2s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E255CC-B299-C360-3741-138F9E6FBEB4}"/>
              </a:ext>
            </a:extLst>
          </p:cNvPr>
          <p:cNvSpPr/>
          <p:nvPr/>
        </p:nvSpPr>
        <p:spPr>
          <a:xfrm>
            <a:off x="3293731" y="2044706"/>
            <a:ext cx="828000" cy="73659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Cues: 1s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5202FF-D389-100F-B215-AE1AB9DF4E34}"/>
              </a:ext>
            </a:extLst>
          </p:cNvPr>
          <p:cNvSpPr/>
          <p:nvPr/>
        </p:nvSpPr>
        <p:spPr>
          <a:xfrm>
            <a:off x="3293731" y="2781300"/>
            <a:ext cx="4140000" cy="73659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Imagery: 5s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3932FE-CCE4-0A30-D016-633AD07BA873}"/>
              </a:ext>
            </a:extLst>
          </p:cNvPr>
          <p:cNvSpPr/>
          <p:nvPr/>
        </p:nvSpPr>
        <p:spPr>
          <a:xfrm>
            <a:off x="7433731" y="2781299"/>
            <a:ext cx="1656000" cy="73659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Inter-trial interval: 2s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CDF71AC-091E-45D6-08BB-CFDFCCA9C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0200"/>
            <a:ext cx="10515600" cy="132555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Trial per class: 40 trials/class in Rahman et al. 2019; 60 trials/class in Hsu et al. 2022. Total trials: </a:t>
            </a:r>
            <a:r>
              <a:rPr lang="en-GB" dirty="0"/>
              <a:t>(4 classes × trials/class)</a:t>
            </a:r>
          </a:p>
          <a:p>
            <a:r>
              <a:rPr lang="en-US" dirty="0"/>
              <a:t>One action per trial (no sequence learning)</a:t>
            </a:r>
          </a:p>
          <a:p>
            <a:r>
              <a:rPr lang="en-US" dirty="0"/>
              <a:t>Random action but will be balanced 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353F7-E255-EE7C-01A5-AE4FAFEE7594}"/>
              </a:ext>
            </a:extLst>
          </p:cNvPr>
          <p:cNvSpPr txBox="1"/>
          <p:nvPr/>
        </p:nvSpPr>
        <p:spPr>
          <a:xfrm>
            <a:off x="7556501" y="658033"/>
            <a:ext cx="4686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 trial: 9s</a:t>
            </a:r>
          </a:p>
          <a:p>
            <a:r>
              <a:rPr lang="en-US" altLang="zh-TW" dirty="0"/>
              <a:t>A block: 48 trials: 7.2 mins</a:t>
            </a:r>
          </a:p>
          <a:p>
            <a:r>
              <a:rPr lang="en-GB" dirty="0"/>
              <a:t>After 1 block, short break for 1 mins</a:t>
            </a:r>
          </a:p>
          <a:p>
            <a:r>
              <a:rPr lang="en-GB" dirty="0"/>
              <a:t>One session: 6 blocks</a:t>
            </a:r>
          </a:p>
          <a:p>
            <a:r>
              <a:rPr lang="en-GB" dirty="0"/>
              <a:t>In total: 48x6 = 288 trials</a:t>
            </a:r>
          </a:p>
          <a:p>
            <a:r>
              <a:rPr lang="en-GB" dirty="0"/>
              <a:t>Total time per session: 7.2x6 + 1x6 = 49.2 min  </a:t>
            </a:r>
          </a:p>
          <a:p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6A11C-C873-C6A1-C56F-D9846594ABB8}"/>
              </a:ext>
            </a:extLst>
          </p:cNvPr>
          <p:cNvSpPr/>
          <p:nvPr/>
        </p:nvSpPr>
        <p:spPr>
          <a:xfrm>
            <a:off x="944431" y="5599107"/>
            <a:ext cx="4140000" cy="73659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collection Session/Calibration</a:t>
            </a:r>
            <a:br>
              <a:rPr lang="en-GB" dirty="0"/>
            </a:br>
            <a:r>
              <a:rPr lang="en-GB" dirty="0"/>
              <a:t>6 blocks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69FE16-2BA8-2D19-BB52-21646B828F29}"/>
              </a:ext>
            </a:extLst>
          </p:cNvPr>
          <p:cNvSpPr/>
          <p:nvPr/>
        </p:nvSpPr>
        <p:spPr>
          <a:xfrm>
            <a:off x="8114600" y="5599107"/>
            <a:ext cx="3024000" cy="73659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Short game testing (real-time</a:t>
            </a:r>
            <a:r>
              <a:rPr lang="en-US"/>
              <a:t>)[optional]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66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15AC-2224-B969-7307-3137698BB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356DC-FE3F-ED7B-2077-E3CDB37D5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there a difference in the </a:t>
            </a:r>
            <a:r>
              <a:rPr lang="en-GB" dirty="0" err="1"/>
              <a:t>eeg</a:t>
            </a:r>
            <a:r>
              <a:rPr lang="en-GB" dirty="0"/>
              <a:t> signal in the non-sensory area with single vs multiple </a:t>
            </a:r>
            <a:r>
              <a:rPr lang="en-GB"/>
              <a:t>sensory cues vs no cues?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486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242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Motor imagery</vt:lpstr>
      <vt:lpstr>PowerPoint Presentation</vt:lpstr>
      <vt:lpstr>Experimental Design (Setup)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Chan</dc:creator>
  <cp:lastModifiedBy>Anthony Chan</cp:lastModifiedBy>
  <cp:revision>1</cp:revision>
  <dcterms:created xsi:type="dcterms:W3CDTF">2025-07-27T03:08:02Z</dcterms:created>
  <dcterms:modified xsi:type="dcterms:W3CDTF">2025-08-04T04:42:27Z</dcterms:modified>
</cp:coreProperties>
</file>